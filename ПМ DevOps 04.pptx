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3" r:id="rId16"/>
    <p:sldId id="271" r:id="rId17"/>
    <p:sldId id="272" r:id="rId18"/>
  </p:sldIdLst>
  <p:sldSz cx="9144000" cy="5143500" type="screen16x9"/>
  <p:notesSz cx="6858000" cy="9144000"/>
  <p:embeddedFontLst>
    <p:embeddedFont>
      <p:font typeface="Roboto" panose="020B0604020202020204" charset="0"/>
      <p:regular r:id="rId20"/>
      <p:bold r:id="rId21"/>
      <p:italic r:id="rId22"/>
      <p:boldItalic r:id="rId23"/>
    </p:embeddedFont>
    <p:embeddedFont>
      <p:font typeface="Montserrat" panose="020B0604020202020204" charset="-52"/>
      <p:regular r:id="rId24"/>
      <p:bold r:id="rId25"/>
      <p:italic r:id="rId26"/>
      <p:bold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Wingdings 3" panose="05040102010807070707" pitchFamily="18" charset="2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20" autoAdjust="0"/>
  </p:normalViewPr>
  <p:slideViewPr>
    <p:cSldViewPr snapToGrid="0">
      <p:cViewPr varScale="1">
        <p:scale>
          <a:sx n="107" d="100"/>
          <a:sy n="107" d="100"/>
        </p:scale>
        <p:origin x="1445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583980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7717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e53303e71e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e53303e71e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513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e53303e86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e53303e86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9557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e53303e86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e53303e86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5002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e53303e86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e53303e86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475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bf5f8262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bf5f8262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8330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bf5f82625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bf5f82625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4680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bf5f8262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bf5f8262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6282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bf5f8262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bf5f8262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1310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bf5f8262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bf5f82625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578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bd1183ca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bd1183ca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8376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53303e86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e53303e86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625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53a209e7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e53a209e7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7442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c408c00f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c408c00f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465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bd1183ca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bd1183ca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8294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53303e868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53303e868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6381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2448552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75624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94684574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2813603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9305336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7889682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425062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5491900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051204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520471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4915546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7800" y="2828380"/>
            <a:ext cx="5459737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9" name="TextBox 8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90967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613852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44211055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51836345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80820393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65154373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3958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7636557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22500" y="247350"/>
            <a:ext cx="6699000" cy="14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7795" marR="156210" lvl="0" indent="634" algn="ctr" rtl="0">
              <a:spcBef>
                <a:spcPts val="0"/>
              </a:spcBef>
              <a:spcAft>
                <a:spcPts val="0"/>
              </a:spcAft>
              <a:buClr>
                <a:srgbClr val="1B212C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ПМ. 04 СОПРОВОЖДЕНИЕ И ОБСЛУЖИВАНИЕ ПРОГРАММНОГО ОБЕСПЕЧЕНИЯ И КОМПЬЮТЕРНЫХ СИСТЕМ</a:t>
            </a: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55"/>
              </a:spcBef>
              <a:spcAft>
                <a:spcPts val="0"/>
              </a:spcAft>
              <a:buClr>
                <a:srgbClr val="1B212C"/>
              </a:buClr>
              <a:buSzPts val="1100"/>
              <a:buFont typeface="Arial"/>
              <a:buNone/>
            </a:pPr>
            <a:endParaRPr sz="115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13970" lvl="0" indent="0" algn="ctr" rtl="0">
              <a:spcBef>
                <a:spcPts val="0"/>
              </a:spcBef>
              <a:spcAft>
                <a:spcPts val="0"/>
              </a:spcAft>
              <a:buClr>
                <a:srgbClr val="1B212C"/>
              </a:buClr>
              <a:buSzPts val="1100"/>
              <a:buFont typeface="Arial"/>
              <a:buNone/>
            </a:pPr>
            <a:r>
              <a:rPr lang="ru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Специальность 09.02.07 «Информационные системы и программирование»</a:t>
            </a:r>
            <a:endParaRPr sz="12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0975" y="1916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73100" marR="735330" lvl="0" indent="0" algn="ctr" rtl="0">
              <a:spcBef>
                <a:spcPts val="1055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-2630400" y="2758988"/>
            <a:ext cx="785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13970" lvl="0" indent="0" algn="ctr" rtl="0">
              <a:spcBef>
                <a:spcPts val="0"/>
              </a:spcBef>
              <a:spcAft>
                <a:spcPts val="0"/>
              </a:spcAft>
              <a:buClr>
                <a:srgbClr val="1B212C"/>
              </a:buClr>
              <a:buSzPts val="1100"/>
              <a:buFont typeface="Arial"/>
              <a:buNone/>
            </a:pPr>
            <a:endParaRPr sz="1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B212C"/>
              </a:buClr>
              <a:buSzPts val="1100"/>
              <a:buFont typeface="Arial"/>
              <a:buNone/>
            </a:pPr>
            <a:endParaRPr sz="17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420075" y="3510100"/>
            <a:ext cx="46494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Выполнил: Балтачев Тимур Маратович СИ 132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782825" y="4463600"/>
            <a:ext cx="16905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г.Глазов </a:t>
            </a:r>
            <a:r>
              <a:rPr lang="ru" sz="12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179500" y="1916225"/>
            <a:ext cx="4785000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76910" marR="694055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ОТЧЕТ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73100" marR="735330" lvl="0" indent="0" algn="ctr" rtl="0">
              <a:spcBef>
                <a:spcPts val="1055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 учебной практике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har char="➢"/>
            </a:pPr>
            <a:r>
              <a:rPr lang="ru" dirty="0" smtClean="0"/>
              <a:t>Практическая проверка тестовых заданий чемпионата </a:t>
            </a:r>
            <a:r>
              <a:rPr lang="en-US" dirty="0"/>
              <a:t>«IT-</a:t>
            </a:r>
            <a:r>
              <a:rPr lang="ru-RU" dirty="0"/>
              <a:t>Планета Профессионалы 2024»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Задачи</a:t>
            </a:r>
            <a:endParaRPr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har char="➢"/>
            </a:pPr>
            <a:r>
              <a:rPr lang="ru-RU" dirty="0"/>
              <a:t>Предпринять попытки регистрации на чемпионат «IT-Планета Профессионалы 2024»</a:t>
            </a:r>
            <a:endParaRPr lang="ru" dirty="0"/>
          </a:p>
          <a:p>
            <a:pPr lvl="0">
              <a:lnSpc>
                <a:spcPct val="90000"/>
              </a:lnSpc>
              <a:spcBef>
                <a:spcPts val="1000"/>
              </a:spcBef>
              <a:buChar char="➢"/>
            </a:pPr>
            <a:r>
              <a:rPr lang="ru-RU" dirty="0"/>
              <a:t>Пройти Олимпиаду «Траектория будущего» в номинации РЕД ОС для участников 17-23 лет.</a:t>
            </a:r>
            <a:r>
              <a:rPr lang="ru" dirty="0" smtClean="0"/>
              <a:t> </a:t>
            </a:r>
            <a:endParaRPr dirty="0"/>
          </a:p>
          <a:p>
            <a:pPr>
              <a:lnSpc>
                <a:spcPct val="90000"/>
              </a:lnSpc>
              <a:spcBef>
                <a:spcPts val="1000"/>
              </a:spcBef>
              <a:buFont typeface="Wingdings 3" charset="2"/>
              <a:buChar char="➢"/>
            </a:pPr>
            <a:r>
              <a:rPr lang="ru-RU" dirty="0"/>
              <a:t>Разобрать на практике наши ответы на тестовые задания и получить сертификат о прохождении олимпиады</a:t>
            </a:r>
            <a:r>
              <a:rPr lang="ru-RU" dirty="0" smtClean="0"/>
              <a:t>.</a:t>
            </a:r>
            <a:endParaRPr lang="ru" dirty="0" smtClean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ru" dirty="0" smtClean="0"/>
              <a:t>Выполнить </a:t>
            </a:r>
            <a:r>
              <a:rPr lang="ru" dirty="0"/>
              <a:t>дополнительные задания по учебной практике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Выполнение работы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458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ru" dirty="0" smtClean="0"/>
              <a:t>Неудачные попытки регистрации на завершенный чемпионат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ru" dirty="0" smtClean="0"/>
              <a:t>Нахождение близкого по теме чемпионата аналога</a:t>
            </a:r>
            <a:r>
              <a:rPr lang="ru" dirty="0" smtClean="0"/>
              <a:t> </a:t>
            </a:r>
            <a:endParaRPr dirty="0"/>
          </a:p>
          <a:p>
            <a:pPr>
              <a:lnSpc>
                <a:spcPct val="90000"/>
              </a:lnSpc>
              <a:spcBef>
                <a:spcPts val="1000"/>
              </a:spcBef>
              <a:buFont typeface="Wingdings 3" charset="2"/>
              <a:buChar char="➢"/>
            </a:pPr>
            <a:r>
              <a:rPr lang="ru" dirty="0" smtClean="0"/>
              <a:t>Тестирование олимпиады </a:t>
            </a:r>
            <a:r>
              <a:rPr lang="ru-RU" dirty="0"/>
              <a:t>«Траектория будущего» в номинации РЕД ОС для участников 17-23 лет. 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ru" dirty="0" smtClean="0"/>
              <a:t>Выполнение дополнительных заданий</a:t>
            </a:r>
            <a:r>
              <a:rPr lang="ru" dirty="0" smtClean="0"/>
              <a:t>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Выполнение работы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218900" y="11199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har char="➢"/>
            </a:pPr>
            <a:r>
              <a:rPr lang="ru" dirty="0"/>
              <a:t>Неудачные попытки </a:t>
            </a:r>
            <a:r>
              <a:rPr lang="ru" dirty="0" smtClean="0"/>
              <a:t>регистрации на </a:t>
            </a:r>
            <a:r>
              <a:rPr lang="ru-RU" dirty="0"/>
              <a:t>чемпионат «IT-Планета Профессионалы 2024»</a:t>
            </a:r>
            <a:endParaRPr dirty="0" smtClean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44" y="2021169"/>
            <a:ext cx="1764119" cy="2531390"/>
          </a:xfrm>
          <a:prstGeom prst="rect">
            <a:avLst/>
          </a:prstGeom>
        </p:spPr>
      </p:pic>
      <p:sp>
        <p:nvSpPr>
          <p:cNvPr id="3" name="AutoShape 2" descr="data:image/png;base64,iVBORw0KGgoAAAANSUhEUgAABkAAAALkCAYAAABXzvlMAAAQAElEQVR4AeydB4BlVZWu/3UrdKLpbjI0GSTnLCogIFExjJJ0ZAYD6DgjUQzjjBl1VFDHLKPP8TnGZ8I0jlkBdURQFJScMzQdqyvc8/5/7XNu3aruJjYdqv/Te+299lprr73Pd0tZp05XdQtAZTEDfw34a8BfA/4a8NeAvwb8NeCvAX8N+GvAXwP+GvDXwIT+GvCzv7//4a8Bfw34a8BfA/4a8NfAGvc1oBcgrHHdTMAETMAETGBNIuB7NQETMAETMAETMAETMAETMAETMAETmPgEfIdrOgG/AFnTvwJ8/yZgAiZgAiZgAiZgAiZgAmsGAd+lCZiACZiACZiACZiACaxhBPwCZA37wH27JmAChYB7EzABEzABEzABEzABEzABEzABEzCBiU/Ad2gCJrBmE/ALkDX78/fdm4AJmIAJmIAJmIAJrDkEfKcmYAImYAImYAImYAImYAImsEYR8AuQNerj9s2OErBmAiZgAiZgAiZgAiZgAiZgAiZgAiYw8Qn4Dk3ABEzABNZkAn4BsiZ/+r53EzABEzABEzCBNYuA79YETMAETMAETMAETMAETMAETMAE1iACa+wLkDXoM/atmoAJmIAJmIAJmIAJmIAJmIAJmMAaS8A3bgImYAImYAImsOYS8AuQNfez952bgAmYgAmseQR8xyZgAiZgAiZgAiZgAiZgAiZgAiZgAhOfgO+wJuAXIDUIDyZgAiZgAiZgAiZgAiZgAiZgAhORgO/JBEzABEzABEzABExgTSXgFyBr6ifv+zYBE1gzCfiuTcAETMAETMAETMAETMAETMAETMAEJj4B36EJmEAS8AuQxODOBEzABEzABEzABEzABExgohLwfZmACZiACZiACZiACZiACayZBPwCZM383H3Xay4B37kJmIAJmIAJmIAJmIAJmIAJmIAJmMDEJ+A7NAETMAETIAG/ACEENxMwARMwARMwARMwgYlMwPdmAiZgAiZgAiZgAiZgAiZgAiawJhLwC5A17VP3/ZqACZiACZiACZiACZiACZiACZiACUx8Ar5DEzABEzABEzAB+AWIvwhMwARMwARMwAQmPAHfoAmYgAmYgAmYgAmYgAmYgAmYgAmYwMQnMP4O/QJkPBHPTcAETMAETMAETMAETMAETMAETGD1J+A7MAETMAETMAETMIE1noBfgKzxXwIGYAImYAJrAgHfowmYgAmYgAmYgAmYgAmYgAmYgAmYwMQn4Ds0gbEE/AJkLA/PTMAETMAETMAETMAETMAETGBiEPBdmIAJmIAJmIAJmIAJmMAaTsAvQNbwLwDfvgmsKQR8nyZgAiZgAiZgAiZgAiZgAiZgAiZgAhOfgO/QBEzABLoJ+AVINw3rJmACJmACJmACJmACJjBxCPhOTMAETMAETMAETMAETMAETGCNJuAXIGv0x78m3bzv1QRMwARMwARMwARMwARMwARMwARMYOIT8B2agAmYgAmYwCgBvwAZZWHNBEzABEzABEzABCYWAd+NCZiACZiACZiACZiACZiACZiACazBBCb+C5BnnoK3ves9OP/t5+P8d7wb73nruXjJs7Zcgz9y37oJmIAJmIAJmIAJmIAJmIAJmIAJTFwCvjMTMAETMAETMAETaAhMzBcgzz4PX77kr3jgoflY8J2P47yzz8BZrzsLZ517Js54/dvxqW/+GQvnzcF1P/0sXr11g8KjCZiACZiACUw4Ar4hEzABEzABEzABEzABEzABEzABEzCBiU/Ad7gMAhPqBciWx/4T/uvSW7H42+/Gi576FMxaexqmTpmM/v7+LpmEyVOmYMpaM7DNwafgI9ctxB8ufi+e6x8KWcaXiM0mYAImYAImYAImYAImYAImsDoR8FlNwARMwARMwARMwARMoBCYOC9Ajj0XF330/TjxgE3RX+7t0fUxBbseeyY+9vVv4rwjt3l0axxlAiZgAqsLAZ/TBEzABEzABEzABEzABEzABEzABExg4hPwHZqACSyVwAR5AXIcLnrn63Ho5r1Y6lUNY+G8+Zg/bxEGR5YW0YuN9zgKr3nDG3DcVkvz22YCJmACJmACJmACJmACJrC6EPA5TcAETMAETMAETMAETMAETEAEJsQLkO3e+iacuPs6up9xshDXXvpDfP3LX8T/ueg/8JnPfA7/94tfxXd/dTXmDY8LRT82ffpxOP1lx453eG4CqzMBn90ETMAETMAETMAETMAETMAETMAETGDiE/AdmoAJmIAJLIXABHgBciz+9cU7YOoSN7cAV3/n83jrS4/AC078W7z6zNfin157Ok59yYtw7Eln4m2f+/0SK9CzPo44+WU4sOPpx6wttsa2uzwF2+64DbZ5jPKUXXbA5ut3ki2hbHjQaXjvJ76Ab37rYlz8jW/j29/8Dr7zlf/AW049fInY8YaZm236uM+17U7b4Sk7bTI+JTbecVtst9O2vM9t8ZRdtsVWm8/ka6ElwpZt6J+O2U/h2p2Zg3mesvNTsNWm8GUCJmACJmACJmACK5iAtzMBEzABEzABEzABEzABEzABEzABYPV/AXLQ0dh3g0lLfJYL//pTfObjp+H/XreEC7j1B3jfy/bCp64cWMLZs9UzcPoza/POL8NH/s938dvLLsfvKJc/Rvndr3+PH330pXWyruFv34df3vAgrvvO+/GPp7wQxxxzFI469mgcfcyROPJ5L8brPvR1PHj3TfjZZ1+PXbqWjaovxLs++W388tGcZykxupdLfvR5nDeakNo5+D///cv6Pn+Hyy/7Lb77mQ/j73ai61G2vf/xvfjq936Dyy/lesmvLsP3PvaGR7naYSZgAiZgAiZgAiZgAiZgAiZgAiZgAo+bgBeagAmYgAmYgAksQWD1fwHyjM2xTgSqqo2R9gil4k0+gCsv+S1+cTHVh2kff/tXcBPGX+vh0H98XjH2TMK0tdbGzGlrYe21137MMn3qZMxYq7/kyn4jvO7//R4LPnM2nrbVTKy11jRMntSH3p4e9PQ20o8p3G/mBlvgoFPehe9e8kW8bE+Mu/oxda3p0LmmP45zrT19GmbOmI7JY7JOwvS1Z2Ct6dPzPteaNhOKm9QaE/Swk57JU7mW9zV9bY5rY60ZM3n/kx92jZ0mYAImYAIm8GQQcE4TMAETMAETMAETMAETMAETMAETMIGJT+CR7vAxfHv7kVKtJP/7TsMznrYndtlrF+y6164Ujjvvhae//K247BGOdPlf/xN/vmXJoI12fm5tDERErT++IaJZ34e//+SXcc7Re2Bqz7hcfHEzNDiEEb27GeMKbPbU5+HsN7wL+4yxV3zhU6E9xvbYJu2qwvjtKtpGs7RzjzGmUefSNQYrb8fJ+dicHY8VEzABEzABEzABEzABEzABEzCB5UvA2UzABEzABEzABEwAhxxyCN70pjfhvPPOWynyxje+ES984QtXmU9i9X8BsvhOXP2HP+PPV1yNq6+U/BlX/flm8J0CIR+Al7/5LXj7v74Vbx0nb3nzv+JfTzwafYODjBvXNtwSp8g0cD9uvek6/OX663DttX/FXyV//Quuvek2PDQw9vXByKJ7cf01fykxiqNcd8NNuPaWB5QJOPJNOOnpu2D9rh+IqEYW4a6/XolLfvJjfOfr38SPfnYJ/njNTZg/5s3GJOx45DNx+FE7lzzL6NtDC3Dn9dfgL3+tz8n9y3n/ir9cexPunjOAsSdeRiKbTcAETGBCEPBNmIAJmIAJmIAJmIAJmIAJmIAJmIAJTHwCvsPxBI4//ni84x3vwLvf/e6VIu985ztx+umnjz/WSpuv/i9AHhbdwXjpP/4TzjjjtXjta8fKGWeeiTNedSqeOrt3iQwxZQZmy/rXz+Os0/8GBx/2DDyjln223wEnfeBLuPq+EUV0ZPC+X+G8HXfA9nVcE//ss76WMUfsuyU2WW9W6s2biAU3/hxvPnAPPO3wI/D8E1+EI5/5NOy24yvxrT/PK3FNv/YOOGSXzZvZUsfF82/Ht8/YETvsN3rWPMNB22OHE9+LH//p3if0EyNL3dRGEzABEzABEzABEzABEzCBVYeAT2ICJmACJmACJmACJrDGE/Bv5Bn7JdAaO51os7Uwa52ZWGvmDMyYtaTMpG2tKUtB0OrB5ETRxuJ778HdN9+Fu2+9B/dQ9Gpi3mAb7ar51VYZCEQbA+DFGMVJ7rrpNjwwnza2e6/4Kb72nxfhUx/7BD5B+STlE/9+AT59P51j2g/xlS9fiUVjbDOx2fbTx1iWnARGdICHyjm1f8rdjHxwKH+d1bgT0/HwrT28GA/86eFj7DWBVZWAz2UCJmACJmACJmACJmACJmACJmACJjDxCfgOTcAExhL4xS9+gf/8z//EZz7zmZUin/vc53DxxRePPdRKnC3lu/8r8TTLfWv9OxfL/xc/9bYCnX/ao3PmwMPB/P3Fn8W/nv1yvPLVp+P0fzgdp3E854M/wNKuG6+4C3Mw9pq2zsNlL7GxrJA+nreEPIa+hY32fA4+fA9f/tx9N+6W3HMP7rnrLtz2l8vx3Y+eje0eQzaHmoAJmIAJmIAJmIAJPOkEvIEJmIAJmIAJmIAJmIAJmMAaTuCLX/wiXvrSl+LUU09dKXLKKafgwgsvXGU+hWV9y3yVOeATO0gL8bCvJbBSrl1OPBMf/8y3cNkf/4Srrvgj/tglf/j9H/DF9xyE9cedLHqW/4uccVssMe2bshbWWX9DbLDBBkXWXx/rb7ghZm+3J45+1fvwp7t/g/OP2WiJdauGwacwARMwARMwARMwARMwARMwARMwAROY+AR8hyZgAiZgAiawbAKtZbsmguefsWtvIGLZ8i8/vmuJG63mPoAbl7A+QcNa2+HU930HN85p44//9QGc9nfPwf677ISdd98Fu3TJrnvsih123AC947db8e8/xp9giXnvBvvi9d/8Cc5dwmODCZiACZiACZjASiHgTU3ABEzABEzABEzABEzABEzABEzABDoEJsQLkF79Ox6TeE/9FI49AVB7xLb2/s/DPltuuGTcvDn4xZLWJ2DZHKe+/UK89fRjsOWMeAJ5VuTSCovn3Y/bb7oBN950Y8rNt92NeQPj3sT07oB/+MYJebB29u5MwARMwARMwARMwARMwARMwARMYMUR8E4mYAImYAImYAImsCwCq/8LkJe8C1//+n/jpz/4CX4i+f5P8eOffRMfOvsleMqy7rq2P2X2odh1syVfSCy86Te4ro5ZLsPRz8PzDj8Ym04bm23h3dfgt7/6BX7xiy75+c9x2f/ehIVjQ1fCrMJ9V/8M7ztpG2z9tKfhgKfvhWe/4s343H//HneNO9xGTz0VJ/OEAxQ3EzABEzCBlUrAm5uACZiACZiACZiACZiACZiACZiACUx8Asu8w1e84hX4wQ9+gIsvvnilyPe//3289a1vXeb5VrRj9X8BstY22O/gQ3HwwYfgkEMOoRyMg55xHI457KnYYerD4zz8707AVn3jY4Zx1U8+zP2KbwAAEABJREFUMt74hObP3m4HbL31uMM8cBU++a5/xH5PPwgHHdQlBx+Mf3jrbzEHq8BVVRh6kOe4407cc/scXPX9T+E17/88fnPt/TR2tWmzsA2AxRQ3EzABEzABEzABEzABEzABE1ixBLybCZiACZiACZiACZhAQ2CPPfbAEUccgWOPPXalyJFHHokDDzywOc5KH1f/FyAf/z2uX7RoCZBbP/UAPP15D/MzIP/4NbzumA2WWIehv+Brb527pP0JWKb1r4Up+vVcXTnmXf0VnPmh/+myjKqbHrQF1h+drjxN/3bK+H+M5MEBDC7Bu8K4X4y18s7snU1gTSfg+zcBEzABEzABEzABEzABEzABEzABE5j4BHyHJrAMAhFL/sajZYQ+aeZWa9V57bDqnORx4343fvLnkSVWx8y98LqPfQ+fOXUJFzZ42/dxx7ufi3V6lvTd9t2L8P4lzU/Moq85SVeWnvZg12ysesrx+2GJH0wZG7JCZlXVxvB9Y7eKvbbE7E1njzWODEKvjMa/Kxkb5JkJmIAJmIAJmIAJmIAJPDkEnNUETMAETMAETMAETMAETKAQ+MAHPoDjjjsOxxxzzEqR5zznOTj33HPLYVaBfgK8AAHe9PTP4KYl34EAa2+Dv7uoQjU0H7dfdyNuuuVezB+scPebj8TGU5fy9uP2n+BdF357uX8sD869HfMeGpt26jPejB+85VgcceTROOzQw3D00Ufjuae9D7+8awgv2GJs7MqaTZq+PvZ6zTl4/T+/CW/85zfi09/8DW668Bw8ddOxb3MGrvolPsRDjvsnTmhxWwkEvKUJmIAJmIAJmIAJmIAJmIAJmIAJmMDEJ+A7NAETMIGlErjuuuvw7W9/G9/73vdWilx88cW4/PLLl3q2lWGcEC9AgNfizV/8Mxa1l4Gwdxo22WZLbLHZepi2jB+tGHroWnz5k/+Br/70umUkefzm//7dn3H51XeMSzAVR/zrxfjeV7+Az/2fz+H/fun/4RsfPxtP27D8HEU1Mv6XSo2fj0u33KctrL/TwXjFP/8bzn/7O/DOt78TLztuX2w+c9yXTPt+XPyRN+Tu4zxpc2cCJmACJmACJmACTz4B72ACJmACJmACJmACJmACJmACJmACSxKYMN+z/vxLDsNHvn8V7lmwrLcgS958sbQx57bf4Ssf+Te88W2fx73FuHz7334V3/v+T/CnB4aWyNtaayY22XQTzJo+ueN78MbLcfVdY2MnTZrV8T+ssgKd1YJ7cMW3PoiXfGEFbuqtTMAETMAETMAETMAETMAETMAETMAEADMwARMwARMwARN4RAIT5gUIcBfOff5LcP4nv4Sf/O81eHDRI//ExOJ7rsMl3/48PviOc/HiN30K1z8irhLQ09OL3r6xv0Krr68XYy0ltvSL8JV3fBqfuOjruPzWecW0tH7wPlzxk6/jYx/4N/zvnLEfzbobbNO1oof796G/y9Lf14feZR2gp8R3Z1T82HDFdGfsSj5GrTA4915cc/kv8ZX/OB/Pff7bO94WufT1de0SPejrLT/R0gmyYgImYAImYAJPAgGnNAETMAETMAETMAETMAETMAETMAETmPgEHusddn23+rEuXQXjB6/EhWedjJec8c945/nn44KPfAKf+dr/4DeXXoZLL7mUchl+/csf4Ztf+iz+/YL34/x3vBmvPe4UvOUTP3lMN3Prb36Iz33k/fjghRdA/6jMBRd+EB/4yFfxp4fN8lN8+HWvxj+/5R1474c+jm/8z6X49SWX4TLKJT/5b3zlc5/ABe9+B859wQvwpn//Db5z0fvwoSb/Bz+ECz7/867sV+Lb//kJvP+DF+KCD3wAF1xwAfVP4LvXdIV0q7f9L77xnx9lTBP/QfzbBz6Ln3XH4Of43IXvx4XMpZy6r7FyAdL+3nfj/PPfiTef9Xc44Z8uxC1dOW78xbfx6Q8zh87NPBd+4P349y/8tCvCqgmYgAmYgAmYgAmYgAmYgAmYwHIi4DQmYAImYAImYAImsASBf/mXf8Gtt96KG264YaXILbfcgs9+9rNLnGtlGSbWC5Ca4h2/+hre//Y34azXnI5TTz4Np59+Ok4/jaKR8vcn/j3+8axz8NYPfxH/W695LMOc33wX//72c3DGmWfh7LPPxllnnoHz3v45XPuISe7H9/7jvTjvta/CS097Fc91Gk7jeU4//ZU4/pTTcda/fhD/M0dJbsCXL3gDXtvkP+O1eN2FF8tRyx/x5Y+ej/POOBNnaf+zzsJ5//xufP3G2j1+mPe/+MJH3oFzOvFn4HWv/yB+PCbup/j3N52HM5lLOXVfY+Ws3Ovs896It7z7g/jqz5b8eZm7f/olvO9fz8GZOjfznHk2GX/8f8bs4okJmIAJPDkEnNUETMAETMAETMAETMAETMAETMAETGDiE/AdPhKBTTbZBJtuuim22mqrlSKbbbYZtthii0c65grzT8gXIGPoDd6A3//hSvzhqj/gD3+8Elf86To8OCZg5Uzm3cCz/LGc6Y9/vXnlHMK7moAJmIAJmIAJmIAJmIAJrL4EfHITMAETMAETMAETMAETGEdAPwwQEYhYefLMZz5z3KlW3nTivwBZeWy9swmYwAok4K1MwARMwARMwARMwARMwARMwARMwAQmPgHfoQmYgAk8FgJ+AfJYaDnWBEzABEzABEzABEzABFYdAj6JCZiACZiACZiACZiACZiACZjAwxDwC5CHgWPX6kTAZzUBEzABEzABEzABEzABEzABEzABE5j4BHyHJmACJmACJvDoCfgFyKNn5UgTMAETMAETMAETWLUI+DQmYAImYAImYAImYAImYAImYAImYALLJDBhXoAs8w7tMAETMAETMAETMAETMAETMAETMAETmDAEfCMmYAImYAImYAIm8GgJ+AXIoyXlOBMwARMwARNY9Qj4RCZgAiZgAiZgAiZgAiZgAiZgAiZgAhOfgO/wcRLwC5DHCc7LTMAETMAETMAETMAETMAETMAEVgYB72kCJmACJmACJmACJmACj46AX4A8Ok6OMgETMIFVk4BPZQImYAImYAImYAImYAImYAImYAImMPEJ+A5NwAQeFwG/AHlc2LzIBEzABEzABEzABEzABExgZRHwviZgAiZgAiZgAiZgAiZgAibwaAj4BcijoeQYE1h1CfhkJmACJmACJmACJmACJmACJmACJmACE5+A79AETMAETOBxEPALkMcBzUtMwARMwARMwARMwARWJgHvbQImYAImYAImYAImYAImYAImYAKPTMAvQB6Z0aod4dOZgAmYgAmYgAmYgAmYgAmYgAmYgAlMfAK+QxMwARMwARMwgcdMwC9AHjMyLzABEzABEzABE1jZBLy/CZiACZiACZiACZiACZiACZiACZjAxCfwRO/QL0CeKEGvNwETMAETMAETMAETMAETMAETMIEnn4B3MAETMAETMAETMAETeIwE/ALkMQJzuAmYgAmYwKpAwGcwARMwARMwARMwARMwARMwARMwAROY+AR8hybwxAj4BcgT4+fVJmACJmACJmACJmACJmACJrBiCHgXEzABEzABEzABEzABEzCBx0TAL0AeEy4Hm4AJrCoEfA4TMAETMAETMAETMAETMAETMAETMIGJT8B3aAImYAJPhIBfgDwRel5rAiZgAiZgAiZgAiZgAiuOgHcyARMwARMwARMwARMwARMwARN4DAT8AuQxwHLoqkTAZzEBEzABEzABEzABEzABEzABEzABE5j4BHyHJmACJmACJvD4CfgFyONn55UmYAImYAImYAImsGIJeDcTMAETMAETMAETMAETMAETMAETMIFHTWC1fQHyqO/QgSZgAiZgAiZgAiZgAiZgAiZgAiZgAqstAR/cBEzABEzABEzABB4vAb8AebzkvM4ETMAETMAEVjwB72gCJmACJmACJmACJmACJmACJmACJjDxCfgOlxMBvwBZTiCdxgRMwARMwARMwARMwARMwARM4Mkg4JwmYAImYAImYAImYAIm8PgI+AXI4+PmVSZgAiawcgh4VxMwARMwARMwARMwARMwARMwARMwgYlPwHdoAiawXAj4BchywegkJmACJmACJmACJmACJmACTxYB5zUBEzABEzABEzABEzABEzCBx0PAL0AeDzWvMYGVR8A7m4AJmIAJmIAJmIAJmIAJmIAJmIAJTHwCvkMTMAETMIHlQMAvQJYDRKcwARMwARMwARMwARN4Mgk4twmYgAmYgAmYgAmYgAmYgAmYgAk8dgJ+AfLYma3cFd7dBEzABEzABEzABEzABEzABEzABExg4hPwHZqACZiACZiACTxhAn4B8oQROoEJmIAJmIAJmMCTTcD5TcAETMAETMAETMAETMAETMAETMAEJj6B5X2HfgGyvIk6nwmYgAmYgAmYgAmYgAmYgAmYgAk8cQLOYAImYAImYAImYAIm8AQJ+AXIEwTo5SZgAiZgAiuCgPcwARMwARMwARMwARMwARMwARMwAROY+AR8hyawfAn4Bcjy5elsJmACJmACJmACJmACJmACJrB8CDiLCZiACZiACZiACZiACZjAEyLgFyBPCJ8Xm4AJrCgC3scETMAETMAETMAETMAETMAETMAETGDiE/AdmoAJmMDyJOAXIMuTpnOZgAmYgAmYgAmYgAmYwPIj4EwmYAImYAImYAImYAImYAImYAJPgIBfgDwBeF66Igl4LxMwARMwARMwARMwARMwARMwARMwgYlPwHdoAiZgAiZgAsuPgF+ALD+WzmQCJmACJmACJmACy5eAs5mACZiACZiACZiACZiACZiACZiACTxuAqvNC5DHfYdeaAImYAImYAImYAImYAImYAImYAImsNoQ8EFNwARMwARMwARMYHkR8AuQ5UXSeUzABEzABExg+RNwRhMwARMwARMwARMwARMwARMwARMwgYlPYIXd4THHHIOXv/zleOc734nPf/7z+M53voNf/epXuOSSS/Dd734XX/jCF/Dud78bL3vZy6DYFXawJ2kjvwB5ksA6rQmYgAmYgAmYgAmYgAmYgAmYwOMh4DUmYAImYAImYAImYALLm8A//MM/4Etf+hIuuugifOpTn8Ib3/hGvPjFL86XHAceeCCe+tSn4uijj8ZJJ52E8847D5/+9KczVmte/epXL+/jrLB8fgGywlB7IxMwARN4HAS8xARMwARMwARMwARMwARMwARMwARMYOIT8B2awJNI4Jvf/Cbe/OY34/jjj8dGG220xE4LFy7EggULlrArVmv+5V/+BV/5ylcwffr0JWJWdYNfgKzqn5DPZwImYAImYAImYAImYAJrGAHfrgmYgAmYgAmYgAmYgAmYwBMn8IIXvAC//vWvcdxxx2HDDTcck3BgYCB//dWXv/zl/EkP/cSHftrjW9/6FubPnz8mVmuV67LLLsN22203xreqT/wCZFX/hHy+NZ2A798ETMAETMAETMAETMAETPD7kesAABAASURBVMAETMAETGDiE/AdmoAJmMByJfCqV70K73nPe7Dffvstkfeqq65K37Of/WyccMIJ+Kd/+iecccYZOPHEE/Hc5z4Xb3vb23DFFVeMWddqtbDTTjvhe9/7Hl70oheN8a3KE78AWZU/HZ/NBEzABEzABEzABNZIAr5pEzABEzABEzABEzABEzABEzCBx0vg5JNPxllnnYVtt912iRQ333wzPvzhD+Mtb3nLEr7G8G//9m84//zzodjG1oxbb711vjzRvxnS2Fbl0S9AVuVPR2ezmIAJmIAJmIAJmIAJmIAJmIAJmIAJTHwCvkMTMAETMAETWA4Edtxxx/yJjqW9/NCvtvra176GT37yk4+4k3411mc/+1noV2WND95qq62gX5m17rrrjnetcnO/AFnlPhIfyARMwARMwARMwARMwARMwARMwARMwARMwARMwARMwAQeO4HXvOY12H///Ze68IYbbsDZZ5+9VN/SjJ///Ofxu9/9bmku7LDDDvjoRz+6VN9jMT7ZsX4B8mQTdn4TMAETMAETMAETMAETMAETMAETeGQCjjABEzABEzABEzCBJ0Rg7733hmRZSYaGhpblWqr9uuuuw7x585bq078Jsueee+a/G7LUgFXE6Bcgq8gH4WOYgAmYgAl0E7BuAiZgAiZgAiZgAiZgAiZgAiZgAiYw8Qn4DpcngXXWWQeS5Zmz3W4vM92MGTOwwQYbLNO/Kjj8AmRV+BR8BhMwARMwARMwARMwARMwARMwARMwARMwARMwARMwARN4AgR++MMf4sorr1xmhohYpm9ZDv2kx7J8119/PX784x8vy71K2P0CZJX4GHwIEzCB8QQ8NwETMAETMAETMAETMAETMAETMAETmPgEfIcmYALLl8D3v/993HLLLUtNqp/YOO6445bqW5rxWc96FjbZZJOluXDPPffga1/7Gq666qql+lcV4xr7AiQisPb06ZjND3C7p2yLPXbbBfvtsxcO2G8fHLj/fnhqLQcesB9SOJc95YD9MyZ12TOGNo5PldCm9enn/MD992W+8bIfDqD9gIytfftxlND+1FoUs79s4+QAzkeFuTTfd1/sv8++2G/ffbAf7yNH2vajKEdH5N937xKX+j7Yl+O++2jcizpln72x7957Yx+Oe1M07kM++0iXfa+98/fJ7bX3Xhy7ZK89sdeee2Cvvfai7An9Hrgie1DfnaJxD+yx+27Ybbfdsftuu1HnuLuk2HbddTfsuuuu9Gsukb4rbbthl1124yh9V+q7YOddKIzNceedsTNlJ4rGnXfSnH7NU98Z8u3A+Y4U6TvuvAvKfCfINiq0c03x7YwdqaevHtNOXfvsuAv9mW8X5t+VZ9q1jDoX72VnjrvwPnfZdfe8p115r7vusQd222NP7C7ZU5z2wp7kuhc/g73IeG+N/Nz23m8/fpaU/ffPf7zogAMOgET/kNGBBx6Ipz3taSkHPeMZOPigg3DwwQfjmc88BIcd+kw869BDccSzDsdRRz4Lxxx9JJ5z7DF4Lv8P7gXPfx6Of+Hf4CUnn4S/P+UUvPIVr8CZZ5yBE44/np/dnthuu+2w7bbb4ilPeYrFDPw14K8Bfw34a8BfAyv2ayB567/DW2+9NTbffHNstNFGmDVrFiZNmoQ19ZoyZTK23WYbHMI654QTXoTTT3slzj7zTLz+deemnHv22Ug552yc97pz8IbzXoc3vv68lDe94Q140xten3pje+PrR+dvYJxk1Kd1r8MbXt/Iecx5Lk468fisjQ9gzZ11ukbJ/vt26vzlV7fvg3323gvHHnMMzj6L98n7Oe91r+M5iryOepFz8ToyKPrrar2xndOZn1fHn8vYc889B5JzyEpyNtl1yznnnAOJYs4991zqZ+Ocs8/CWWedxbNQGC/90cgZZ5yJF598Mp8V9s4aPet11sUad2HtrDp6J42qqSWsy2UrNfzOrKd3ruv0ou9If9bgO++EHbluVHbBDlxffDtjR+rpq8e0U99Ja8bX7TzPTjvvip057vxo63Y+5yyXuv2Qg5ddtz/72E7dfsKLXljq9r87Jev2M177WrzohS/EXnyecN3u55WnrIT/RnlPf935a8BfA/4aGP0aUN2+1VZbder2mTNnor+/f6WX7RdddBF+9KMfYWn/3sc2rKtf/epXP+ozvvjFL87vZ45fsGDBAnzxi1/E+9///vGuVW6+Rr0A6enpwXrrroOtt9oCe+6+K3Zl8bzFZpti3XXWwZQpUyC/fgioqiqgFun6PWcjIyMYHh5OGRkeynF4iGPKMORXnOI7goppKPmxc2TO4lP6CsE5A9RqaWKKv3ZzdW1XPkntaFPPxjkb1SpjuZr5il72o96msNGRMbK3uUgiXXaNNEllLmXJUCr1/nRmDL1KxaHLlyr0G+HkUxxXZ5POpfRFyd2chQkU25xBMczCNbJyqJvsksZX8pUzZUhxppodl8vEgTs0qzjSILuMGiXlQKM+2YowvwKZMOfdI3W5mC6Xd3TZNamlyvtUFB05KKf0emSctJKfGpVybzwPwzJ5x8ZPu6NnMujrTaJorma2XISq3U5f5uIZKgmXKAZdObS2kRGu0df/5K5vruT6rnjPSdA8+CVkDv7fgr8G/DXgr4En+2tA/0XXj5nrpcf06dOx3nrr5UPVFltskfrUqVMhv+ImqsycMQP6SzXPPvYYvOLlL+MLiBOw//77YaMNN+KD3CBuvPEG/OpXv8QPvvc9/Oh/ftiRH/7gB/jpT3+KP131J9x5552YO3cuBgcH879fYtX92Y3WoA//NS3Wm2y8CWbPnp15unOwNKhtrMg0YUWWfo0S2Sht6tmos1Hlnuy5Ktc3o9a2R9qYsfYMbLX1Vujr68u6TmeVyK9nCI1LCrMwueyZmjesXIsXD0IPqA/cfz9uvvkWXHPNX3D55b/H7y6/HD/92U/wi1/8Aldc8Xv88Y9/pP9m3M+4+XygTW51HcnM0P6qHZX/0UjwwWqdddfNl3g8Smk8nxSWphqUNo+q+RjhJEPrseiacImGMVIxBw3MqDhpnZE2OtW4kBM62cpcvQI5ql4uASVGuuI4o7f0uQuNY+9dkfQrD6X4+Gl3dC6gW9wkis48tPGDR8UaXHatI2DO6eWSquJTVZ1D/vHS29uDftftqGpGHvV1s7qLz++vY38N+Gtg9fwaAC99P62p29dff32oZtdfZFINr7o9gkUR41Z0O/XUU/Gd73wnv4c9fu9DDjkEn/nMZ8abl5hfcMEF0AuQ8Q69WPn5z3+O1772teNdq+R8jXkBsuEG62O7p2yDbfggsfFGG2Ly5MkYaY+wzhwtUFlB5YfU5ssOFfyLFi3CwKIBTOrrxzqzZmGLLbfElnyrt+WWW2HrbbbGlltTtqJwLr++2BczftGihRjig5ZeijT/B4YqENEIEFD5W/cc6ALUUZcHvPg/fUjSpHkWw/TKQAnOOZOnljKjCy1E/mkpJ71qOgufYfJFBLrs8imXTGVVyJQhsrU4kx+8h7ID0geGRbCTAp0UvAIyBXdhPco5OC+2FiIR57Fb4IM7AAUjgI5Q4zSCHZpLuoRzDnLpKNFqja5SUjkobBjrQF5aI8lJnldn1kKOcujAlGJBpmAYmotRnNLLlk6ehY8m6aaaY3bM0fjLnNRk40SDllNlLtqpaOs2F4zxNUH0tylqpMdBDoo2lNDC5yZy5en4oFTpA6at5GJc7qJ95OecDjbGA23GlgdZ+kaG+YDdi0l8ERhRJ2YeNxMwARMwgRVMwNuZQBcB1W7dom+G66dB9FMhG264IfRypCt8wqgHPvUAHHvM0Tj8sMOwxx67o6+3D7ffeQeuvvrP+PVll+KK3/8et916S9bbk1m76BvBk/jN4En9kzB50mQEa6K7774Tf+I39H/7m0txzdVX4+677s6XAII0WuqwNmKt1FQ+rIg4ky1YmTXCFSye+vr7sckmG2PttaezjmJM0C7hCmrZ08p1moExtSiGkrV0J0qRJY4uqKINrlTdrs+7n88eemjWX9BSrYbRA5dF7COl9FTRaGUMPuiOYM6cObjt9tvxpz9dhV/+8pf4zW9+w5cf1+CWW/iS44EH8MADD0LPPUODA7jvvvtx991303814y7DZZdeRv0vuPe++7B4cDEigtLiVtElVB+h9fb1YvamszFj5kxUKloVr9tnPiYExqSTA3mpPpbkhNxGPxtqcvAzQdrVI9NwiuZiFKfMx5ZO7tOunVRrjYPyyCBRLEWfAT2Qq6PTQBe0dZsJU6dNTXEaJW11lGXV7YpVzopfoxVrcYaWfajozBzQjI1DaxSq2r3iRJ9Zb18fn2enKNxiAiZgAiZgAiawChDQf6O7RbVpU7erdl9rrbVWyimf//zn41vf+hYWLlw4Zn+d76STTkrfGWecge6rt7c3X2x8/vOfx2te8xpo3u2fP38+vvGNb+CYY47pNq/SuqrYVfKAy+tQ/XxY2WH7p2Cz2bOxzsxZ6Gn1sNBnWcniEa1ARORW+ttRA3zhsYAf4nobbIB99t0PRxx1FJ7z3OfiSH6ghz3rWdDbsYP5hkxy0MGH4OBDnomDn6nxEBx2+OE46uijcRzjjzrqaOy7377YaOONsWjBfCxm3jZftmgj7SZBdqgHldBATurzQBfNdRjki+CMLSc0RHCiVo/QxTnoA68slHmfaeK8NCZlWV300V7FvGYMz1o7dXb6Hy+H0aZApmCrbSzvuWh4eAT6H8BDcx7EnAfnUB7EQw9xfOghPnw9SLk/Rf6H0jYn48Ul+Dm0+JWo2yhJx544H2vSFHln2rs8RJZozaWFupRgXKSmjsfLO9YaSU7k6JLcm0t0e2lm0opZGp0uzkqf50kHO5nooZZpKylMlqP0pYmc+nA0dvycMFeer7Hp4IrTnG42aRQGslfjVzIH9oxt/FRpK6eUTZKHo5WR/HzZK4hS8eGrzYfRkZGK/4fWh8lTJjOKa+lLxZ0JmIAJmIAJmMAqRaDif6P1Ewl6iNLfKtMDVU9Pzyp1xsd7mM34jfKTTzoR+++3H7beemumCdzDb8r/5a9/wVV//APuuvPOtOlFkO45IgAKe4y5aBOjXn7zPVo9uOfee3AVXwJc85drcPddd2FwaIjLAuWPVma1xDlSsIxr+vS1sOFGG7Fm6mVEULoaU3Qs3D+CMzZkxkBEpBpRRuiiCmQHlXx62dHTamETPrfMWmcWPcWHcRe3SkszapK6wpl/Dl983HDDDWT2R778+FP+RIceXPVc1MOvlZ6eXvS0WpTgHi1EBHp6WmhRmjigjTvvuB1XXHEFrrvuOtz/wP35l8danbo9d8QjXfxyhf7m4xabb57cm/iolUDUWhkUr8yqiSXFOrbncaFlioMuKpUMta6MkfOgpaLUTdO0I0vj9DBZjnXIEoOc+nA0dpxlUs6XSZmQNsUxRnbOqKnVfqoVd9X/fiWcZtP9SpGvjMgTKkY59DUhHayS72QiAAAQAElEQVTZJSMjbbS5j14KTpoyCRHlWQwT4PItmIAJmIAJmMBEIqD/fktarRaaul1/gamnp2eF3+bf/M3fQD/tcdttt43ZWy9BnvOc50C/TlV/WUa/Mkvys5/9DOedd17+5Idqw+5Fqgs//elP4/jjj+82r/J6a5U/4RM44DozZ2Kn7beDfjqjv7+PNWMb+uJTSpWiEv3IzqKFC7DRRhvyJcazcPLfvhRHH3Ms9t9///z9ZjvuuBO22mprzN50U8xaZ538HcwzZ62Dmcw9a9asnOsBRf4tt9wKO+y4I3bdbTfst9/+OPLII5nvFBx+xJHYZJPZGNBPhvCBi6dg+QsWrCgXq9um+NWZAuVPiwVtlIjspUf6clp3kWOrtrc45bK0sRxG6i3W5LTnN/dloBIItKgHRq9yBh4mT0e7DJyyAczRagWNpY1qVf7tuy233BInnXgiTjvtdJx2OuVVr8ZprzwNp7/ylUjbaZxTTn/Vq3D66bSf/ir+j+UEbMyXRO3hNg+ovLmTlBR9VhJNcj92GaGOZwuKfLyVHHJaOs4rmkmgKqk55F3xlkEHRi8mrQ1VjppXdEu0Vo8jlDLNCKjnPmwM0B61nwZq0IMK6oum3FfL5dNYXNTk1KQZUwf00MTE0MUoDSnSO6GcpM6RJ+DXNUOos+9quhdOaa+1chYubPMhqs0H2zZfflTUJX18w6tfgdXEcqWbCZjAiifgHU3ABEzgURGo+N9zPUDpgWqTTTbB5MmTH9W6VTVo9113w3Oe/WxstcUW0E8+6Fc23XzzTbjm6mtw7z338Bv0PSmqUzoSLVVlCNaoQaNGUGfpw9pIlRfoD/S0WilzHngQf+FLkBtuuD7/FlwEF6G5tEpzCW3yUZVVQhXivd6662ImnwGUPSIyv3puS53rslWpyx45b7oy06m5VEeFRnlLPdfGWmuvhfU33AB6yQOFV8hhbP7uSpEBAJRneGgYt99+O6655s+46aabMDCwGP19fdCDN+orIhC1Dj4T5IQ2ME2pQRtnoKe3h/ccuFM/ffPnPzP3bdCzU+QiPOLFlDxolbXtuuusC7GrWHdqIb9808euzkYClWajomMpdlSCqkQxGiVcpMPTo88kRSbO5YWyczM2LtIejJCfBmpj63YwpCPycpKNCxhfVOqplK48jxSbcMqqWYq62pDLOecJ+LXJfajLNSry1LPapxNUXJg1O7mVup1W2vT1Mbm/v17gwQRMwARMwARMYFUmoP+e60XC9OnT8/ugXXX7Cju2fpLjne98J772ta9Bf1Gme2N9b/ZpT3saDj300JQDDzwwz9kd82fWgv/1X/+FN7/5zTjzzDO7XauF3lotTvk4DrnxBhtgqy03z79xpC+0TBHZZ6efWFg4bz525AuLk178Ejznuc/Dbrvvkb9feR2+6Jg8ZQoiWlCh2YjysN5k0dqmqPhsxmpMXERA62fxRclmm22WL0SO4QPdSS/+W+gf/RtYtAj690N0nAgVu9KA0qNcmkjSKkVxqoZr0UFKZPayNopcWtFibknzMCNbCju2DG9GrWc4IqIIvdTASRFwfyYmEs5ZtPNBo2Ih/sB992PffffNlz3bbrMtZvNFz+zZm6LIbI6NyNatbwr9D0x/I0x8mR4oHToXz4JaKu5N6IhRp6Y5y/tTXJmxZ1RnzmnddI9KU6aMqbNVuhdKsdc93WwlgooeaDprOVcUiXCVsmomJrXUe8sjYRCUKHWUSynKvqNzxaWtCVQeBTKEr4jq5Jx0Wh2ow3Vso4qYpTBxjrwBsW72qNpcT5t8bY49fb2YpF8bwW8SjGaxZgImYAImYAImsKoT0N/e0t8o00PVqn7WpZ3voKc/HYcc8oz8i0WsTviN+wF+A/9G3HLzzRgcHERPqye/ia6yKMuj0jEVo2WkBhVbKJdMEYGIoIEx7KX29JTa/o7bb8P111+H+QvmM0aPQ4qTMLBprI1YQkFWicwyTeYzwvrrbwA9xKqGkn00SJFFVG91ijctzMDS5YnUUeQqK5AvKzbccCNMmzo1A9OuLmfIbcCLy1IP9hLV+/r1uzfdeCOuvfZa3tdCnq8HrVaAIboN5Fm4kBbIVupnqcFpC2Ov4FTCgd6IVn4m1157HW695VYMDQ/T0fipLqM1EbpHfcN+C77cGhocAvRhQJciKJwHNJfwkBzUax1VNsZAorsQWXlpbhpdbCWCikrjzlrOFRakoJXSJcqQwr07cxk04ZpGradjVtOtg/BZhBmbwDqP4jt1uyYdqcr5dLiidTxSKnb59cSDM2vmbqtW1850yicB9PzZRi/r9n7V7V37MoWbCZiACZiACZjAKk5ALz9Ut+svMa3oo3784x/HC1/4Qpxzzjn5IuOrX/0q5s2bt8xj6Nej6idHzj33XJx99tk4+eST8cUvfnGZ8auyY3y1uyqf9VGfbdONN8amm87GpEn9LB6zBAVYHLJ2zB/d1oPURhttjFNf/gocddTR+dJj2rRp6OntYTxLTn5jvxSY4KVVQNR/8CgvrS8C9PT0Qvk33XRTPOuII/GKV5wG/VTJ4sWLoR9jBgvbeJR5R8MeYYXcEi7QoA9aYxH1dHBf9fWzEXiLbIFW9gCHIhh3sTDXCyRZT37JS/BMviFce+21ofg22bXb7TEvhJp51eWrmEN20eUzFaDFeLQXz5+fJ8d6nbRaxRIjRi/tJ94dC89RY+iY0EmAcRe/NmQpSaQV0eayScavla+zQU7KGvYKl0SM2rVD1TyRMqa7yYdo59dot31UV7Zyd0Wjp1a4ig5NKp6wSCU37z8/C342PT090K9G0E+CRIyeCb5WLAHvZgImYAImYAKPg4C+waxfiZU12eNYv7KWHM46ct99985aWXXk0PAQ9OP5EhYviFh2TdLUMk2ppZpG9xERnXWKiQiArUiw1m3lr9bKn5JYPIAIOQEqRdB9KUMzD4a08qfLZ6w9ozGWsTusWEb7Jv+oZawWnFL0ky/rr7suVJPRUjc6ak1bKFVa2LHxPOBLosX5N/luuuVmPluMoNVqlRUKKFr2Wg8Uo74Pn1p26LpkCGgfgK8NFMgxmFO16LXXXQv9lAke9RUAk1UIvuBaB3p5VPFZgVPkRfdSRxorir4GclDHurX5rDUtogSSMhvtdVrOShIqdVNox6ZJbW8G7ZH6WJ+WSCJG7drhYet2Hrb5msyU2QVvXZkk5e5S075U2FjrM1BzvuxQhH7KRFNJmy9FRuq6fVL/JLhuJys3EzABE1idCfjsayQBfe9NdfvKeAki4F//+tfxjne8Ay960Yuw2267YY899oB+6kO/yeiII47AAQccgN133x177703Tj31VLzvfe/D97//fS1dbaW12p58GQffeMMNsfHGG6Gvr5cRLDDrIrVisQiKiu5jn/1sHH/iCdiAsaBfxaQqzeCK0abyUzNZVd6q/NR8VAIxOulosklkaEauZTrtE1yzDh9snv+CF+C45z4feusXDM0dFCBhsUxTNh4Peu6QgGsllYxcxAZmLqJ1xcAoPazQwz3pBBifa9BcjYPzXBNoMaaF4J/ii+AskJcGiSYjw+WhaqeddsJLX3pK/gSN7EsW99yfDmWLCESUM9FUN3kAWqFL9y+R3khEWQeG6vYaOxelSrdclJJF99gO1I8K4EdaZShNSAW0MRqcaG0EPWwtQBY5i9Qx2nM0Q8UgBsvIr6N8R0ETeMlUMUm0gnmQgvrSA4tUxUclPwMZkS8kOGrGg7JVPDcT6kxawFkOXZ1WA7mCJ6wQFZiBRw7w4kQHyXXUFcF5xbHNkQNjUFbznWCaeB/63DImdfCBu4VJ/f3oPDjnKncmYAImYAImYAKrAwH9VMK6rDNX1sPUY2V0yEEH8aFrV0yaNBlNbXLH7XfgphtvQE+rh+mColZqG1Y9UPGjckmS9Q1dqmfAK+RkIjbWVjTQFxzUQj4qQaEZPT09uPvOO3HbLbdC/yYIlFAOiXQE/zC47tGMTK6/uadfn1vpG/l5CEBuLWO5B0kaaKxkBKiBl5JTmKM2cGAdSxOobbzxJpgyZSrGXukspqgHjmw5UW1+5x134o477mD9Fmhxv8YHLu3oAOhCMkQgIqizMYZNoSkRkT4dsXCtOKcwlC7oL4zp31O5+567aQ9a6yanhFOt5ZD50Amp0D+pH+utvz6GyU1cllq3V1zAVtZXHAJKK+EEqoRpKbchd9klP+8KwRBJBWiBDsIaVzVzHZZxaAXdFACB0YufRE4UHzxHoOyWdTvz6StSCcSlsSEv7pfjaBeZOdKgWjvqEL0w0Xz0BuSghWdlz8dV9tS1MHdv6naG0cPbYC+d0tPTgur2iFC4xQRMwARMwARMYDUhoFqir68P67Mu0m/GWZnH1l8IuvLKK3HppZfiv//7v/HDH/4Qv/71r/GHP/zhMf6ll5V5F4+8t+qqR45aTSJmzZiBjTfekC8/+sacWA8nLRa6u/Ct1tFHHwP92queVguyl0AWklSqrkKV02wqJyPtFeeNgJaArqCGMYL6inocHRqL/uaO6trttt8eRx9zDHbfY888s/4HABWwklymFYGgLilKcAiwgwroVMArTeooqOROoWeZLRghaQJ0JmjvUElOJhVAldnKfKQ9gnXXXQ9Pf8ZBeOYhh2D99dZFVbEqx9KvTJUJmCizLBknt1yRDxk5A+qFFQ8kAc0ygVfOOcqmYVQqvhCg0MBwHZgamyYUNk4qChsn0qr67FWTnC41bsuBEUHJCceuDat6PYNo5YQ9ZKRBD0750kPruIxNXnrUNGt4BZptZZVoO1QVmRb2lXJwWWfs0qlCazpCReFVfQ75EcSQduUrIjtNZS39fCZkEFslfxsRgV6+AImgU8EWEzABEzABEzCB1YaAaobmJcikSZNW6XPvsfvu2HXXXfgN/ylZ+0QE5s2bi9tuvTVfTkQE6xJ0SQCgZM2i2iUQIaE1OAc4l3DCSqeSMBZdVyAAreFzgcZWTw/uuusuzHlwDvKiGxJOGAaUroxpZxWlkfaZs2blr7ylBXnRpjHdqVCjLRBQe7i6nQDyG9mzZs0EeLZOToy9onuqIBoefPBB3EJm+uyDG8mse48IRhfJPue1iUM3mogAW4rOUmgyaFxTrRqsNfv7+nHzTTdj4aJFCD5T5UIllHBNBDu1eo56HtHCjBlr8177AL4EkVnCj0rRgCYUNpp0J4Bs0nR/qXeSI6+yBSOCkhOOCkwvwONCFk0j7SE15dHU7WVt5ErpjWg7sdK5xFujknZGThqdap6hWatjNiJfSvCsPGyxM5JNdr0kktrZgxPlrfgcQ5zo7etDBBcr2GICJrA6EvCZTcAE1lACFf+jr7pdPwmilyFrKIYVdtsT5gVIsALcbLPZmJL/ACQrwxphfkH19eKAA5+G/fc/gN/A1zftVWAqZnyxKJsWyi5hnKbjJBDjLECpO5v1yCujsgPKoNIVnUsvYGbOnIl999sXT+X5Jk+Ziiq/Tq3edwAAEABJREFUI11CWAOnorX6oIJZIi1NnkDuq64R+VOnEjw//weVf0OJ00dqOn1HuK7RVbEPLBrAdtttj0MPOyx/DGrqtKnInyx42KQ8QONnsq4Zrc2sGYEWzx31Q5Q+NwYh2ElAH1UgJ+hcLebV+RqD3PlAQkObAi4IieI4ak4q+bJkdF06iwtLXkQxxlgxj3I3n4/ylYCqDON6xekz0KfWjMGYYB4Oo8fQpBbF1moZug6RbLhVnqF4EbppibIxli09whYRYABk08u3cl7uQAPT0M6eepsPouDVx/+9RPCRkDZO3UzABEzABExgBRDwFsuLgOqE/v5+6G+ULa+cyzvPLNW/++wN/bqupv4YGRnGzTffjIEBflOddX3ZM6A/qaugSqXpWL8E0NSOVFUFYfSq0KIxgl3HWPRiqhARGBwaxK233IzBgdFfhVWiWCtpXZmgHrKMEuNJkyZj4002QXP+SrGMUlyp28EZeNV5OON2gLpGwIu68uknxKdMnVrqMpofsXHd4sWDuO322zCweADKW85AFTwF23hkETSiXFk7FnXJnokUKpGzYqKKNulK3eLnM2/uXOj3Qjf3n77x3eh26RGXqXzemcWXR7pnubN8pbekD6VPxkUL6tXjq9srJmWrmLGtkak4sPHzqDiM+WrpOMFbRVOvM5KBFTOAUmIqLOUab+zA0vHpLA0ccnFhr5lEMWmG7Mmcnc7Q1nNh5uJJOLKVrw8qFV+AAOEXIPBlAiZgAiZgAqsvgYr/TddfWtpggw1W35tYTU6uOnQ1OerDH3P2Jhti+lprlaKwDtU36Ct+U/fgQ54J/U6zaflNe5WTpdhkucmyEZRS0IKXtEY4zdZEhyJZkKax7hpfqWgjreol8qmoly5HxfUau4Vf65gyZRp23nlnHHTwwejnAytvAtA+lU5IFcogoYEbaQ14ycJpCVK1TodsRUoP5YH0ChEcKRWFy7MFgmORiMgZDUglwIe6ESzig+hBBx2Mgw46CJttvhl6evXTMxW0N7fMUIy79D/iDJCdeXNP5tN0VGTgN9r1FkMqHRpoQYS0koE7UckekX8YyMZHAR2BlpywUwsUgwbqKFeVxsgHYVTcgYLxe6ACN0KuKiotmim+3k1rikmhjG8GLSi6mFR1nEKZhA9uGdoZZUtGDC4/MUJ/BqsLniFoYD76FVtPcmi6EsEZY9ikZKhOotyyVcxEBxNl45dWuY/ir2jkIyEDm3lE5E8jtfQdg1zozgRMwARMwARMYHUjoP+uT5kyBTNmzFglj77ffvtCD3pt1uk6YETgwTlzcN899+RPf6hg0jeDWaiwtlG9oqgqq5rgN981k2QtxDomx+y0gh7qLeaMFhVOm6YqKPWKfUUfx55WC3PmPID77r8ftKTQy5pJM2mjEkGbhOuCkeuusy70N/eQtpJddiBQTkJbxiItvJnaXPzqgx5xmLXOOmj19EAXK09EBNgVQbkCQaUW+u+//z48wHP3tFrgtJbaz30ZDGgKbss5UVGTgRNq6eNU+2uawkQVJXV2EYGIAKJF0QiAAyL4ed2LRQsXSsXSroD+FA9JpNLX21f+vRd9c59+NeQV2SMN0qPU7ZxXFefcD7x0cgnvKGf0NCrxakZ6FXfLhzDO2ZgiY7ROkpNcTU2GOkYDk+jLL5dIZxiD2JiTXxT0cQFbCdAKCpvi9L+70TUKknWcMA9bGhWhNRKtq0pSbsZWSXgfdBR/GnJ/PePqfzrBz72v/gmQjMms7lY7Aj6wCZiACZjAGk1A/w3Xr8GaPn36Gs3hyb55VrJP9hYrJv/sjTdWldjZTF9A8+fNwyGHHYYdd9wpv6krmwJUo7KEZDnJJTJQZJNQ7bTueTQFacc7urYxBRUJh0fVdAYF6lx9ff3YbrvtcOhhh+aP/2eBzROqdleMJOozBCcSDtmitme+kCk7KZBrdJYRaK6QU5NQNyqaBn2Dixdj1qyZ+Y/i7LPvvuUhWikkDK8HamA0xlwxZtZMams9NNZm7M6XCfWgM8bYRI6Oeh4aDakTN4Z62okWTOWUXUJHhmbXTDjWrXk4qaf8NKRVPBqloq5cHNQ01Qh6+UpBH9+4LxBumEHBCJRLG8imkdlT5RjystO8VkfXyDBG9GBEA4OrBgZ1Lk+jvrbAB0w+CvI8iqWzomgfjRS9JCxSISLyfyuhh1xmcDMBEzCBFUXA+5iACSxfAqoB1uE31SNKVbB8sz+xbLvvthtrpaok4fmGhgZx+223AdTZQVfthU4vvRH5FJaiSS2Kq1Wu0ayRYtX6oqkPxiAFvHp6enHzTTdhcHAxIoIWtnqglm3sepZVtOphddbMGVAdlWUmbU0LRKqlTzW7qO0swVCr6OvvR/dD7/i9wCvXBZW6DQ8P48477shZRJdDlnraajaQrZbaVc94H9xsvK04ZaWwKU3WknSomuSQbeGihZjz0ByVmsD4M2DJSzVyq6eFaVOnoqenJwOSgzTto7GRBEojGyS086g8MBW1nEgp0slTpqx0pVRcSqmo83x1mtpHG706E0vl0bwy017yBbU00M8kbEjHKIVId0MHGV9sWMpVr2OeOg3zItfIo//NCmZmY4BszX4aq6rNgVa+/ZDe4j3pBUiLL0LgywRMwARMwARMYLUlUPG/+6tq3f5kQV3ReVsresMnY7/NN9sUvSyim2JTXziLFy3Csc95DnbeeReoKJSNtSYLTEU1Mv40Qf9YW3DK2hJoBULCiAjqKQAHCucIjL+6Ldpb/m6b5o2d1SxarR5st/0OeO7zXwD9yqlQzmBdTFGsJGhrcdPgJIU6TdCg738DsmLMJUukvZW9fuIgIlAm4AYUtsIo0OZTwOKBRdhpxx1x3HHPwzbbbIt+PpjJzzA2rmU/vo2xKn9XQOPrmNPAAl6PIB0IZUHwRiQ5Yxz/fwDQQkqFEKo8c6W5/C2AZsjIxwJmrFJv5hoBPd6Aa+Wju27RTDmycW3j4Mj8TJ+pqdJQr1dgbdAdpKPTVYgIBOdVinqu40aVjBLa1SKagxejPhcdQPcgP1eV4WF6sdHnotyNzpvsrMicOdM5JMrKUzNYM61t82GqrQcpSg/P3t/Xzy/3cqZc6s4ETMAETMAETGC1JNDD+njWrFmr1NmPOvII1pV9+TfZdTBVHPPnzsOCefMQLdZ5KoZUpNDZikBEUJNw6DTNA8G5hEO2oCUiwCFFdQ6ai7VPd42UMekLRLRYey+C/j2NUimlA1GGTl8fC9pCcb19fZg5a11UrJ0jGM2mmqxZEIisqQKgRqljNClxAdVh+lVg+vUHOm+JHe3Bc0dwzob6igjoL3rd/8CD0PPDKCcG6JASxmuANsPYK2iTQCNzRQS6r2bWmEueip9Mxc+teCMCQ0NDeJBnGB4eAjgHr4rSNOk8vlChor/S0lbkv50yecpkjLAGTScyktV6GUFNOcRDY0fk1oQjW67SFMrL/DnQQJU9iI5RbKgNuoN0dLqKrkBwXqWo57pHWbfrfCWn1kmY5GGaWOQabtjoqCrkAQCybXJolPAskNS7cFG7PQLV7exQ6vY+RDAh49xMwARMwARMwARWXwL6qeJV9ae3V1+qoyfXd2BHZ6uhFhHYqOt3palUHGFheNAzD8XOO+2cf7tIheb4W2vKxDJq1ajWxEZEFpQVH2qGB4eweGAxFixcgLnz5qbM44Oafux7cHAAQyNDWWRHlDWZI9hL6kGqduI0m+ZSclTHohYI7LDDjjj8WYdDvwtZZtbgMqP7ikgPqhwbj2zU64Fap5AuprJ7RECaRDEqqyU0Y2R4OH/S46ijj8VRRx2D9dZbP0O6GeY6JlS8JAOW2jGI95PxtT9vUQYJfUFBjPsyDJ6GUi9BpK4uih70UJIL1dJoKAoyiIuiCuhPxb7iHM1VFUVD1bW3YiUV4xVRllRU+dBR0SM1Zzwfb6QwqTI6ZC/vWKQpIEd5uZR6aRUHzTW2+XAnnaaM5y4oc/JQQDroYvKuaW3lwDOwz/01MpLD2EjNdCx+CdPHRBnN/DnSVDfFSVqtVvkJEI7wZQIrlIA3MwETMAETeDII6EEqQjXAk5H9sefUT3+0S2ECsN4YHhnBffffhyF+Ez0ixlQoqk0kNOdGwb5UsVQYWaVI7xLVRxXnklygDoiILilzGtDUT62eVv6bFoOs+VtgrDzKwVEt1FE0MhUjOGFbe/rafN7gCjqC8ZKOk37pEXRSqXIENfCSjbvzvDPWnkEUzAEmGPVQAyLKHRcP8qr44mDOnDn5ckWGijlyX5ScsimVZqovZWYaSNLHrpNPSjoUzb000K/GtDwg+DwBXsFR/qA+2hYtWoQBPiM1luJVHwgZ1VHK+WjgXvo1WPrJBc4AziVRBfSnYl/JhvqqyljRjhTkpVhJsQNlSQUduKrokZozWipSoFBD0Bb0ESE1NU0oBFbRy6UyplTsNde4rLq9QktpGVlaE19mXX3uD0XXRmWV1FMOmrU5lv95BDXm5pmgpJypKUajYlr83484RihWVosJmIAJmIAJrC4EfM7xBPTf9VWtbh9/xtV5rqpqdT4/Nt5oQ0SLxTjvQgWjHgB22GEnbL/DDtDfytKcrqW20VKRGlsTFMF8LFIXLFiAu+6+C1df/Wf8+Mf/g4su+gTe997z8aELL6B8AB+64P2cvxuf+PjH8OMf/jDj7rrrTsyfP7/zMqTJ2Yxd26RJ8yxks6OJ+/b09PL8O2K33fdgHt6VqnS6VP9qWJaM+TCVOAOlNJKGpXSBNvdt8wF0m223wRFHHYVdd9stvxFetbk/Rq9HyjQaOappjWZ5i81Ehi6pyLyZZhzPg1Qaa3m2GGcag0RLlD6lDpSuDMHIkFLb64EWas3eGUATm3JxAJdh7NUVNNaBii49jHTMMnQmqFNxPzbo4lh1nr6Cn7WMYBwd4FUP1DptCVNzUI7yjUp50NNci5tRekOyatbkWOIjWvm5txom8GUCJmACJmACJrA6E4iIMb9eaWXeyyEHH5TbNzUISycsHhjA3LnzMNJdRMmRkaMdb6NMqLClPra+Gbeoe9rozcJcDYxOGcCJzrFo4SI6UC6ai1J6TbWnRBYuweQpkzFz5ixkyawACXg1YxNMU3dr6vaKddiUqVOgh17w2+OBYJiEQ1frWKiMsGafN28u9NJG6SUKbXJKlzCU2YKCFHRd0eiNopGiHByQOaU0ccwQUQxVPUYEFg8O5meI/PyKX0u0XiK9EXkl+smkXj7vqPjVfPyjTmgvLaoTlIF9yJgdGILmIsKi1q4yUb+EQcaUiq48cs7YycChaXRT5Z5sVLJ8rpZWtzeHb+IyuHRLmHjQtNWj9BTNJWVZYZ96elMTq5xlXKnbW60e1+2FjnsTMAETMAETWO0JVPxvfKvVwlprrbXa38uqeAOqcVfFcz3qM60zayZ6WuU29DCw7rrrYtddd4V+lLxUj5H1sXpJJg72TbGaXs7ZohWQPPjgA/jLX6/Bz3/2U3z5v6/tmOMAABAASURBVL6A7178LVz95z9hZKSN9dZdH7P4kJOyzrpYd731EdHC1Vdfje9952J8ifE/++lPcM1frsb99+kfU2TOCICtkUZFfWmeqhQJDz5lylTsuNPO2HCjjTAyPNJxNznSwC5vg/mbmp1qhoB9RKgHB00pAV3Z0xgITgP6sXX9Q5kHHPBUHHrYYdh09mxkkc3/8TEgozSOlbIW8jKXBomseKRrXJCmkop5srAfsz6UNs+jMxFNxxu1xlcH1LSSg1qXmvHNvB7rQZEdqZhM/2fDxwnaSkTRuTUtaophGCICQYOkRsSgKm0018eUV7NRkUXC4NqoWTk9uDooOq/2rVBf3EDzeiZ3inIopltqBwda2Zo1zdiY8j6Vl6IXX+mnrpddEZEvDls9PWlekZ33MgETMAETMAETWP4E9CA1bdq05Z/4cWTcZuutoPNoqeoS1R76C0eLFy9GizUIWAtpUE3Uog5dAUQpeKVknUWFNvb0QRfHXMdRU9SjlqXQGBGNuc5BI1sE7QH6AvrLQPPmz+P38nk62SQAfehcNKkMQ2Ps6+/DtGlrMWe7NnEtUHQFS1AunQXcb7SmZCq+OemfNAmRf0pc6SOH0V5aICJYuw9j7pyHamYZxi4oQCv70S5SVR8IebmeCiSB5uo6Mx1lVlegDIpQV2KpMQKoZKNpmC9jBvkSpNLLATlpo5d9yUIlW8dFpae3B/o1D+noDluK3m3K+GB2iWpXyCuhLXWNGYWKMWyICARNEi6hplalLbVKa+TVbFRkkchbrJoFGM5pcH2kqxpNSrtMJUITaZJuvZnXicrQGJlSsd2i/BXZtmms6r30v5uKtuAzcG9fH8J1O+m4mYAJrG4EfF4TMIElCfTwv+mrSt2+5OlWb8v4Gnm1uhsVzpP6+hHBYpQFoebbbbc9NthwQ5SHKFWTEt1WhU5NWXGeVTEtbHJEtDAwMIBr//oX/IQvML7Llxl/+cs1aPX0YCofGvu4T0+0kOF6euGezJKtRV0PP1OmTmUx34frr7sWP/jud/OnRq6+5mosGliE5mEvFzSdknXrea5iUM711lsX22+/A/Q7gUt1rAVdkmpVzqRec/BqRqoyo3TIi2fVCt1CRWaLFw9gs802w+GHH469990n/4Zgmw9iGdvVlZRRjtFlb9SKikRbcQvOlmxNjvFJir3EZw6qlZLQkTtyBOcRgaAvsucDRoAau4oCIELRAT0gSGSVq+LN6l6VuzzKVZAP464q13cZK+5BaSxRBSrGlDl1Ksqj3E1CzWku02aiHBQ2JqRXioQqMpKBbJUEdQg/Gz5Jc8JANprrpkm5Cxm4pMmAztHoUBQHyK/zlXS0SgFHOSWcV23m49jmg5Q8Pa1W56WiQiwmYAImYAImYAJPGoEnPXFEsD7thR6onvTNHmaDtVgnT5s6DRGqTkqg/vLSAr5w0K+TTSvrkeKpEPmHs0rlEGcB5FJ2NKFz0Q6UuoyRoBvBP6raA0Dn5QnKVWxFV6+5RlBpt0cwb+5cjAwPp0kdzXJBeTVPkVGHoIirfoIj7ewC5Q84jpEAEFVt5Xk5V42mtf39/Vj6xTiuYGjHLT1fONT1nOYS3XsGcZJnZafaMm3qaGfFJy1XVtJoYxi14C4c2NLOWYRskWl1Ti2SjxZGlVYxRv8OyODQkNw0MiIDQhkoNNWtCpS5QqKVX5NtGlWzS8CLU5a/PCW/DhjGnKXnUnrHtop7y9uxcsJlnWlUXMWYYhBH5P55L3SBVz2kvXQ0Mg83Vst7T0U2upBBXMWm9DJL2tpYomcoGdBcmvB+Mgma1dDVORp9ikobFZ0vU6mTyCGhXnwM4rzdLnn19dfTatHiZgImYAImYAImsLoTiCh1+1K/h7y639xKPv9qXS2tvdZaaPWoAmV9ym/ebrzJxnjKU7ZFf19fFs9gmRkUjei+ghMJB7WIwNyH5uC3v/41fvyjH+HWm2/iS4fJ6GWeVivyZUoTHpxHNDPw6tbLVC9i9De57rj9dvz0xz/CpZdcggceeAARdawGSqh+5QgJl3ZG6ipp9ftxt9pqa76g2DzvRza6sjVLcsLCucxLD+7DBs1S2EVEzkt84TUyMow9994Hhx52OLbaemvo4UuF9ZjAaFY80hgYGRnhSUbjuOXopKPxpjs59TAS+cKiQgmICERQQAnZ2FX6MuU6ZacP9FUpIBfkpQenKjXa6rHNWD2c1NMcguuCWhNLNZtsKVyTBnaac6hbvYIDnz90EtojR+1RMS8NnSZbM6moNKJzSjI8vwA0k5dB2fgp55S7d52lc6MZw44xjKDCJp1CrW6aSMhCh9UpcyzzyM2pM1qfd5WfAOdaEkCrp4We3l6ge3/4MgETMAETMAETWB0J6L/1rVYrf1UOVuK17bbbsr7o4QmCApYZwdpxGAsXLkSlbxwjyp9OEVUKkwjaKWgumoN6i9Ec2GsGjhTGtSjFwnmLGufoXJx3dOQa1Fd6WC8tXLQQesHQccoh0b4aJVpTjxGBqXy5M3nyJHA5PXSwVaq/OFPjVEMtVZ26WHv7J6Gn1UInXGYKWx2POr6CLvWDg3zhwM0iAmwyp1TdE0TaOp0WasJ1nb04L+YKEXW8/KxRA1G8GqipMSqrxkoTSkSgzc9OwinvgcHddTtzBEXxKdkBwc8ldM88iEzgpbOnHpzULbg2qKedY9NkSwn1xTqqaV5W6FZSZGIuWSsGVtTT1HS0NWpFpRFV6ZIMJxOMuXsG6vwK1jkkMkm0aVdOhmUKucbojUFG6vrfKlJXUmrM06SRRf5GGM6cAf1vW8+e8GUCqx0BH9gETMAETGA8Af13Xv9t17/xNd7n+RMjwGr7iSVYmaun5u/L7UH+DX8eZPvtd8TMmbP48KESsSkX6cgW0IOIatNuT0TgIb78uPTSX+HKK36HoaFB9Pb2saAEBCdyLXLe6Jq1uK4VrbRrHtQC5dLu0nr5TWS9FPjjH67Er375i3wJonWKk6gA56EUOipyaMYkOu/aM9bG1nxg1MsYxcodoV5B3VLxBJrTV9Wj4iSaUlKle7g9zPscwhFHHImnP/1pWHe9dRFBPiyyGVYa4yBRLo201gO10ab/Yeqh56/XXIO77ryLS5incXNtyMLcjSkahfZGbWx6wJDkMbgWbXpaLP5bmjTRGmnXkFJ8LeYLSouQIoKeQDBRWRqgqxaeL/3IS6slYEDoAykTzsCL69iXVjuYP8PoakYwmlOAY5v+vAeO+vz4xYjxl7aXTxmDaxjKsArBhZrn31SMKpdVDNZ9aCYJWoNrIoJaac3XP5MQVrHxLqlzlzoPJ9omkeqM9NCkjGWo8m+RlbWtVg//N9ALfa0Wi3sTMAETMIEnjYATm8AKINDiN5vzJ4pXwF7L2mKDDdZHT08v6xHWH6GoKuvRxYOLETxf0CapOIK1juoVsI7Jmgajl+qklmLoa6w55UQjB65GCngFtRYTL61u1x48DaPqxrjhoSEsXswz0dHUl/LqXCwtmU2zIgxPpa+vP//yVDpDpqAqASICS14VGmt/by96+/qg/B2jFiigEc1TqizcRkaGwbIRnKU1gpQoMkQE00joZSsB2dM+OgbVrAe1iLqGAO+Y68FIPYArBrwq2qRzYAQNbNpfUjFWa1ExokVHKb6plJb+opaeYYoNrhtft0dGsGejG+CGFQX1VXGUAMEvjSAL5EWNY+mpsJUoBVQ0dwu0lgJe+vx1DxqThT5g2rubtk8fjaF1TJ1sOGqur0ftQzdvixbmoCtNQWNwTURQKy3rdgUwDhpp5qfHnrt0fU3LpXOXs8ktC0ctoqozMDV6elrQM2fE6B7wZQImYAImYAImsNoS6Onpyb+gDl/LlYDK1OWa8PEmezzr9DetWnxgGhkZwUYbbYRtttkGESr+JIB6CTpXKS81lV0PQwsWzMdvfv1r/IkvKSJ6EMwXdLJBotgUTSjVGCtntGU8x4xT16VHBPSP/P3l6mvwm8suxdy5cxExeg50xWppR2p7RGDLLbfE7NmzkT9ezbkqapbIndBRpZxndD5WqzhtWL3s5S/Hrrvtxoc1/W01eejMVm+cOrtmWo8aUvIcyF8T8I1vfAM/+9nP+P33rjwMUtFeivwue94wnWy6D5GQ2ohsKXoA4FdnpX0kPEppWoHM0lI/xqd9gtYK5WEEebXYyxocM3eOYzvxlDTWikrzwFHsZTXNnaYXE1HJrmiZ9QilkSITpeL5Mo6msjeNqdcdp5mfY23hIIuE6pimoHL/euiRNG55+A5jzGeg5yqdTyeU0FmOwMCKR9WaznoGV+0RhlRQbC//D7fxeTQBEzABEzABE1i9Cahe1jdJV+ZdzJgxI79RW4oR9qw9Fg8MYPEAXzaw+lD90S2grUK5xtrLWi4HQ8BSC40fzVUbqvQ0Rs5oz3iOsob8Ia0WOof4AmRg0SLWRMVWlaH0dWw96FvRaDFHf38fJk+ZzDVNNEfmgoRRS6vqSq0aDGkEXXpo0pkjp4GIblFIQBd3g7SWOhnqkeGQyNRIRNAWnHYJbRWnqtvpEOAcABop6ivGqKZFfcnGQDYWlbKlQZ1EBon0ihlATpwHhY2p2FeUoK9CYQEEkHFBLagzefbjO/GUNPaKymOr27Vaq7hQTSol75Gf1+jeNMrfCKdayZBytAykkQb1TZjGjON9yK6aXSK7pNiUQpos1IlxfN2eX+MM6f6LSlBOOtos5pUzOFfdHhFY3S6f1wRMwARMwARMYEkCq0LdvuSpVn9La3W+Bf2KqJ5oYWhwEDvvtDOmTJnS9eAxemcqBxtprMFicWhoEH/641W48sorMGnKVKBTONLb0dG5WH+C9W2ZayLhLBrRGgloYaO5NOpT+FB0zZ//jKv++EcM6G+VZVxxP1yvwlY/Vr/99ttjkOsUW7ZlUu6TaaTSkTpHNZkk0lO0iKJ73nGHnbDeeuuj3eajAm3pz65Z0YxpHO1qc0Qk8xtvvBH/9cUv4tq//hWTJ0/maRQaHIOKhMOY/Jyz1R6AeVJQLn0xSsqMqOUHoytKozdOjrSyZ0sfx+7GfTt+2sfo9NGUrbE3Jo1FSt/mA0alMyi6DtbQ/QAolx5yKiqhjl8kiuE0W8X1Y+bMCdkq8MoOukWa6jmjaSge6mnlDjSwB4cUmjlqVjQSg3IofVp1mFyujiIjRX6MvxQrB1+OyNXT2wv9n650iwmYwJNKwMlNwARM4EknEBHQ3ybDSrwmT56CnlZLpUqKyo7BxYP1r5sqf8FDx2PFkv5mBGc8PspVrBVtVTGwD0QEx7Et/dnRrlFCVZESLkIKOGMDLw0jwyNZc1esk2liKwvlk9DANqqB68W2t7cvSzGMu7pX5zG7lmquv5w0f948zJ87N/+ilP6y1NyHpD/EuUR6LWmfi0WLFnZ2qZhEe3SlLb40qKNkAEfGFmfpg2eXgHaF6DOpWF0Wb+lDQ+PnmFN2LYp8qhejRY2NptIyrtsANLOgpucbCZpyZ9vZAAAQAElEQVSLm0ejcxyj00dTtsbemDQW0akrPJa6Xbep8lcfWpNXY1UFT5jbZadzpkUbaRGtDEEGVTLqa1cCXkFRxorPpPWYltLRmsu6PUqhLNBhcjk7GWrhe46yuO51Hq0P1uyVhGdS3V67PZiACZiACZiACazaBB7xdBEB1ZbwtVwJqHZdrglXZDIV3KoiZ86YiS223GqJreu6EZ0ilfUkW8ZFBO64/Q784Q9XYMqkSbQVj35qW/UnDQBjoCQolyJadGqUS8WnilDNmzABlQQCauDVYrBE/y7In676A+649VYurUAzGJXCsHFNnlHTpptuipkzZrCYbtMYuUY5kVpwKLuqiNaZKzRX0Zq/0RWCwQc6nVsRXMkMQdFsvMQYQ8UoLZ8z9yH8/oorcPHFF2MeH9gm8eVHxUgJb4waGIlG1XHGCD2dpjXtEp19Cy2O2lfCsAzg4wI3lppJo6NlbEayazNckpulHvnrAfiapzwQlWX0qGkioc5BLzS4BZiwCHjRXhiDeYLsaVOjHQxM1txMx5Fe0QZ+qJGJkBePxQit51RBHJZoWpNCD2PYqNSNCSr6ykwcKqoUBnGGTM4pjQBj0VxpU0QjJVTudFHJcObRwyKn2dp8ytLXRk+LnwP3lZ4OdyZgAiZgAiZgAqstgYhARKzU8/f2sspjfQEE/7AuYc2xeHAg/x0Q8FJ9knVccNIKRNTCKUNZ8mgO2tG5HkvdnhUR657gau2lsUVdEgiogVfFzQYHF0N/UYjTxkyVMTnTyGndlLfV6kFff39agjFBTUI1Nekt3g/SwFmUXTWfP28+fn/55bj00ktx2aWXUC7FpZdxvIRzyq/TTl3jZZfi15Trr7suz6f7AK8I1qkp5Mq57LxVVNxKAvpoLo26/GUCuqJ87702atCainH0Ii8lSwVZE0sNdq0q0J+//msS89Cgxg+xol15gNLLLC3APwGMtEeweGgQbe0hBwPa9LU1VhXalNpMi5pmEuoclla3B+0N4zZzMQWD2WhHZ17lvcpXaW9KVDwQylVxkLQ5jhb+3XdBh9akUGcittEApqroo6c0JaNWMaiqWVClhY2x7Eur45RIcZ1p8YLHV6O76rCpmK/i16rO2dPTg4juhPBlAiZgAiZgAiawmhKICP93/Un47FpPQs4VmnJ4cBDb77ADpk2bxvqvAr9MkJVtAJykSEXXFRFYNLAIv/71pVi0cAFafBhTDM3QmubHsMErbTJSgoIUlCvAb9ezFtVM1WyKJqijAqUQB8BE+t3DixYN4Le//S0WLFxI07LxB4vaQLkq5p02fTp23nVX6Cc48iVMSxH0V4DiyiwQEcWAci4V4SqQOc0WKJE56eoq2suKxhhUKkppEQE9CN566234xS9+gV/96ld8YB1Z5ltJnTlTMg2XliTsOeWdUWGTXqTso4cNPfBoXSUH75sfKiMrNKTKvbCnX6sqtDNfxUURNDIa1CVVetC5KmpKmW7qncZlldamU1HyBNJGe3BB0MwGibwp9I3fI+iIUF9olvgqT9lmHrqziY98VYZWvE1KeqITxRPQoigOsjKvzqGZJCND+3Atw0Ixcug+JLXe7CW39mMaebin1qaaukgmf5r0a9sigprbk07AG5iACZiACZjAmkBARQjvs6kuVJ8MDw2jxXqDDZIWnWxIUcd4LdNf5JGf0/SpLtQ8IvBo6naWSYwDtE56Fj6qlXICBHQFWpkvWOO2s+6NkIfCka2OQ17BmUSTVgCT+QKkp6dXU9aLNJTGnBWCAZU87GjmSirsIwLy9fb15QuUvkmTOPbl733uZ75J/ZNqvRn76e9Hq7dX2caJcnaZolXf5jh7E6L7p67PQcLjQBIRgBTeRbJHuWSVpvpUGducaF1Pbw90foB05eC6oE+NFSqH0lNho84YPVO0R9q5C9jTxFXqAU6hS8eTNHM0CpNXOmM66zX0pY12ujkD8xVBc9HH3ZtZjhlLuyZNJq1qc3VzuvRxL/krLaBPeWiiK3IvKhwzQiolQINSoe44pS1njGMLWjilm5NMxqwc2Rdz0EXJMIZwW7Wc6oNVXLtNBw/V/AosfR652J0JmIAJmMCqS8AnMwETWCkEWKmulH2Xz6YsEnv5ALDFFlsiC786a7AQ1N8MCtaEkqwWa18z3HbrrbjpxhvR09PH6hLgcwkKDJX1iqpYYFZScozUxnZBD7gwZK6L50ymOUX55JOoIFWhqvPeeustuOmmGxFBD6XsAnCWAl6ySahmazFuiy23hH7tF287bTQhQqtymp1maaJCDPW7oEDzJ4O6Ou0hKaYoQ/ajVr0gGuSLpiuvuBI/+fGPcfWfr0ZEQHbUV0SkrZ4WXSkonfPWzqhHulJr5prIJlaypS4jymcSHCVpYieeJYaaNpEwRjY9uOizCMYhbbVWBnRfMunrBbwHIPIPqLPx+ULZKPmFBF5BYWYNlAottDmCohw6O73Z9HXHk2nIObNAzylKoNwy6siNtNv0ZBDyc2Of+5ec4MVN1DOmYoKqTLl1IIKMaKc790u1zhc00ps5pctXhKfj5pmfIxivH6VnOB+s/TfJxMFiAiZgAiZgAiawnAioCOlKVY2MYGhoCKE/rENUakmgAkeFCmMjJVhtUaONYSqfwLKHtlRBM6Sp1qECjYyW2hHNgx60sgeUALrKamnddbvONTIyTHNV5weXMHNg6Rfz9ff1o6+vN2s3TpeI04uaiLEJNEsTFd227j8w+qdJkjGc6LRiIAktoK00nlNOTnhKZkCXBMZfEbRJakcE51pPUW6ZW8zQohJBH4UuzkBrEfBSXdvPFzWT+eImyLbEMJ6+YKSEajaWmSo1KVV+7nq2iNBp9ekppOIKjbKFFNCdY+mqHORRzV2cAf0BA9mSfclWYoGArkRFtUILja4cWQODsWwZRz1VdmzLrtvb3EUBEuqhkXtlvgYg59wy6+9Kh9OEmwTt4LwJ01IJwTApMl6KcgakFdGzjfKXkTYu0hwM6uHzcAQVxruZgAmYgAmYgAmYgAksSUB17ZLW1cQyMjyEjTfZBOusM4vlKgvBLPxYDer80lUHUiqKTJKIgH5v7pVXXDH671bQJp8KUYUGK8lIgzpK10QxdANaI3uzHXilTUYg+KelOXguSkjYRUTue/nvfof58+cjIih0djVaEF1zqSpwZ82ahU032wxtPjCywmfjww6d0YnWnMKcoC0A9kWgqzFIX4rIPdYc0I9Uz3nwQfzoRz/CL3/5czzwwAOYNKkfzb1h/MW9ayQAdXRfmku6bdSrtOlhR6x4fhQ9OOY+0diVOWgNGfiAEKk3PVPRphjQLgk0V27BiT4/CeoIRUv0BaQHIUm+BFBQOnIrhjOXnkQYqM+C8Kkhr6iC+5Y4LdEd0ITcQgo3130EkKYmHnlV2TMkfVovJWN5hkhDhnA/ThhYUbRbnqO42NPHCJ1La+sZ7XVjrtTSwYgc1SkT+ICnU2dEdnqh2P2CK43uTMAETMAETMAETODxElAtIlG9whwj7XZ+IzwiEBEAW0Vps/jJqiRjwYv1ivzU6EaEeqjkgbRgH/TVacEp6KWw59Kca42CNKdHKtKWGoJ/VKvRBdA+MjKEEdXbkAdMBH5/ukJEcDLayizS3uppQS8BRr3UKooa74Utj8hoWSi6S0oE9UBkjxyhqzE0ls5cTkDLZAIv5dYcKDV02bZCRFBkxRJXRKStyp5dPaeWreJcUiZV1rrSi63sM1K1oV/xO4kvQOTjEoBpeVe81wrQJIUap3RBH9zixYNYvHgxPWnhSH/24FUh80irMpwa46qyJ000guepUrIeFoAKeeWgBPw6UmDjT7simEcuzYvwtEwvF+jT5vpakCmFNsWnH1oBhUBXzhjElmdRXNroZFZwKUXeKmttmuumKArPXbw6ae3iIBuHYmQYUtTJKg6VMNJfbKrbIzqrFGQxARNYdQn4ZCZgAiZgAiuBQGsl7Lncthxk4bzpZptj6pSpUIHZSTyu/hs3xZ2334H777sXPa0eZAWbAUE1kFcO2YFG5FVPpUsdU2PKQEcO7CLU1QbqnHHCRh2c6AHpIb5UuPXWW2ksjeaidPpgaHRmKt4nT56MzTffAsPD+htp8kkYwiGCHVU1aUXU08Khy03DaKNrdEKtmUcE2nwwvfbaa/Hlr3wFf/rTn1hoV+jpLcwUJ9G5uGzZjXkUpwDW+MzBWl2TWlS2NyKTdN641By0NkJ9mkrX+bAjY9LIr+TGHDQEPZLMh9JjfB7GZdPBUmm6Or6ZcuxYaiWHJdYxkE0+CVWEOorm0iWc5olGl8vbiLyUOrAeaCit3KNi63mt1kMxNj0Xyy7Jn1KhnY9L+YAGPsaPHoIRbPnhMCYioJ9UimACzt1MwARMwARMYPkTcMY1mgBrjIp15ohq2iw31EmQtdOoVubglTauywB2EWkBVaB0HLptyCst2eUUnVDwoj1CXdFBnbN8+dHmN/ehCYUtSyfVTqkzvLtFBPr69RMgfcg14KXaikOkIVJjB00jNEde0oqop0mDhOrYFmC5q+Up4NWEaYzaWtUj3UiVewXKtUTdTl/xlD4icg/wUp2aQr1pVa1olPT09WDGzJno6+vL+jL3ya4OHDNEHkfPF/MWzMeigYGcB2OCmkQ5OS2NZylK3Uc96lC1msP4OY2dPLUv57VO95gmn0RGbSHRXKNEds0l0qEvgo7QonPWgfVAY2nj6/ZcRtdoLk6apsUU+UZqW9btuahdLHkP1BVULIgI6FeQRXBxbfNgAiZgAiZgAiZgAiYwloDq6LGW1Wg2aepUrLf++oienqxFVfZVEVkmgpfmEqrZIgIDLLZvuvmm8jfOWrx9BrClHwjk39wKgCqFfipRtdQjaJcgi87sGMNGO3TRGcEJGygZwRGyyZ9FK3Laov3G66/HQv1bIOAEo5eK3cYUjUJ3RGCDDTZAf/+kPEKEvCFPLRwYr799JC2FMTnmYVJ72K4Je2juXFx22aX49re/hXnz5uWDTYuHbnarqCg2ggozNg9UZUZDV4sInkqGimMlpUui1os9IhiDFFkk4CWrRAjzR79lYywykh+/fgY/g7ODLp1RIxhTZSzj6hGdq46PYshZtDjR11HoNUGyzpcD6ZSrUajLS+CyBPeRgCN3Qgp9VBTFgVFBq0QxHGnMJn7lc2cMObPPNc25SxB7OtjSh6okyHV0QfdGSb862hQhtQLvRfCqsn9wridcTmlQUxZJG0wBvQBptcSBSdxMwARMwARMwARM4IkSUIFBydqDudqs3YZGRqC5hOUPWvRHBL1s9SBfqrKnQl+2QLQCYCuiuiX4jXgKDRF0UZCXslDhXHZq4GaICIBNkhGps2YaaUP/PonqswyhnY3loKJC4SnIi7YA00UKuq5InT2TRATXBC0SDtmC502ldIxJhSlz7OpCOms/NjARIiLZQRd1lADNUhqTStFcQ2tEBtX3UW9S2+jOpggJg3g2xrA1juAmlE8qVAAAEABJREFUZcqedeXkSZOxDl+A9PBZjJbOeYJxksamMSKYJjA0OIT5fM6IrDPloZmtOSO4tspY1qf1iM5VxysVbTmL8rlLbzc2nq0chowEgPbSGFXPg/tIwJE7IYU+RpSl6oNWScYwpG76uqjSz+j0M46+5txUi4EKIxTJOc+Sc1mo6N4omum4tGTLObV2xxjcvQWGMk+UPPRpf4nsqtsj6OM6t9WAgI9oAiZgAiZgAiawwgm0VviOy3HDLbbYAjNmzkCLDz9NyadRMn4b2STz583Ffffew29st6E569w6VDPWlCwt1WRXHSmBKMlN6czrVRpUqJZkyEHrJVkEc00atVACXTRS1znmPvSQDEVoVqwGPXQUI2SqJTB9+tqYPXs2qvZI2nRisAhOqS3NkL48CB72yv0UwTO1223cftut+Mn//AiX/OpXiGihlw81itE24NWMDIeEps4oXaKCXKNEDwkaJclKSi16FFDuUQnoT3GXLM0azfSPYOq+ggHS00a9acmc95z25qBypl6VBznNKVWXUOUq9WOl+eiLVbtS40JpEs50HJ5ZGh0aUsqdaVv9Wi19Pjpbmz5F6XxUae5k0bRICcjz1CrjpOVW2QV31O+S1kR8tU9ZUNEDNJ9LBeQ95xnA6KAwUHZUAf0Be6SBPo7K12KCgC8TMAETePIIOLMJmMAaRqAuVlhi5I23q3bWKFlrjSs6grVJMKoR1U2ps04pNYtmrFs0oW1s3U4fG1OAZSw0outiOBqbwpRCUgVnapSMQXPRUKtFq72cVJR00dTq6YFeBMgkkZ1mHrLidpLaIg6V9DqqHhhIIx1sVEYb4xuT9gtmA4Xvj3RsapqhLOcsqEq4jFptppa3J0etc6ib6ErKtF0G9qM2aDEtpboFMg03WGfWOlhrrbW4SXNCdC6tltCZNumShYsWYc5Dc9HDnBVFftlVf2agOuaWvalf08ROu0io5r1rHJXoPLIhrzwlv8aQ5y0zKC07tSaT9HJnZVvaqehsYsEZ91LPpVUnixYVkUvCmYYUrueU9Tt7GoIn6K7bmZDJ5KvoARIDeFVAADxzUdjnM2vhE/TxnDLWCaRKWgB98GUCJmACJmACJmACqyyBlX0w1Usr+wyPe//1N9ggf/1VRJQcqgCLNqavvfkrnR588EEsWLgA+tvtzbJgMRsiESVBxue8K41cEjm7pSk3mYytXqBAlCKcasjKjk1aSrRaWLx4AA88cB/yATAX1xEaNM+xro+5SqYpkydj3XXXLf8OiIrfoCMbFbbmOLmKeysEaZSTWhkw/upp6adjFuWvuvrvH/w3brzh+vy3SiK0oEhElEK+a7Hqez0cgHs02ylaczzS1SxQHHODogK/XQ5NKzPxM6mCFqpA8A/QdBWf/LS30gRQzOCdMw9GZ9DFk2tI0Rpm5C7NSvDhIl3ZyZpKV6f7zLNpoy476n20hl9GqHheaALUHnQu5UgflU6aVNTpC65V+PK+ShzPVedSskbV2DwkamWkU9bOVl3KqF3nz3U0sWlVStqaDblSvnRQdzMBEzABEzABEzCB5UIgSpaoi4yR4REMDQ4iIoqj7nOmekpzTiLYsUzSkCYqj7puzwUAM3R31ANMg3Jl5QNuwW880xLA8Mgwyq+c5TxbQHsG6+UMzOAA2DpCXxXRqagUIqEJ5eI+is8JFbZcm3P62HIxjUGROTodiktzivAoPCIjMrpodNazCJ5FQTLVwhK0rnnpq22Zq16s8FoFuB66aoN8zSGk69/+2HT27PypYc0VKqkYVOWaQMhACWqyj4y0+ezzABbqJ+Dr/FWOwSi1kmn0dMjzjq/blUvRkrJC2qjoPhXT/ArYUU/ZR2sqqmPqdhkZSDN7lJpcNiZrbLwN+jTLT7bE1HU7w/hMR7caQ7RUqsZSayOXB6KsQ9fF+DJjtBJxojUS4uQsytqgWgw8IFsdG5EOOS0mYAImYAImYAImYAJLIaDqbSnm1cM0Y8bM/H27LBXLgR+m9osIDA0N4d5778XCBeUFiB5gaAZaylBBeihTdlSyqKyksMKUMRgTnLPRHOCfgHoKDeClORNx4IQ2KRQ25kA+WEmPCAzyoe/ee+7NkQnSzwg2RaC+qnQF+4qW3r5ezJw5MwtnzUG7HsaCn2RLOpgmzx0A9wCHLO45RgQiJOhcEZoH7r7nHlx66SX4yU9+jLnz56G3v78Tg6BKybRUuUPpywGgv9Gkh4xiLxrDM6Z0Zaa+kbRrkkpZqXo+wD/K29lM88goZZYLjAHPrQcX8EovO7ZMlHF6mqOvNK2SV49THDUFRwl1thJW9933U0cVTx1YcV1Fi0QbapTo/ClclH9jrXMP4AoaUV88OySQjSsZp5NRg0x5fibSXHYs46oULGGaCHZcA84rlItpdbx6UgZFKUx4yj60ayKHFnKR1Aj2ErrdTODJIeCsJmACJmACaxaBQETwllVwACN8ybB4cDFoRF4ySzTJOCqcs7Fk57oWSqjqFhYzEYEAr+w4soYphQ9XZJEYiAg6SgvwT0A9hTHgpTljOHBCG5WIwDCfGSRZcNPDBezpZI8yAY/Auj4QETQFAs1VUeeML0R48NoYDI+0B+3Be2nljGny3AFkHgBUJS3GQSI7yhV0hFR2jVm7VbRJOIAhKZkWuoqnmTd1rqz6BrvGVvJSrITJOajXHhp5eFp41pwAg+Sz2WabYfra04lIGdKdXdS5OnVmfaCIwMDA4nzmaH66XHkzLrpzSNdGhZliUOeQLm+Vc+TV3A9Pl1atTEeVPTvlkZcqE8gsocrPjzYuyLpdBk7VIjNJo/DckCA44UqCVMZKc5m4Lu+BXtk5LKMpmKJGKSeqV1Sc1ZKLqSukEUIuu3Dv9Hd3jNVRkGfsdlg3ARMwARMwgVWJgM9iAiuXQGvlbv/Edp8ydUr+qDkrwodPVFePA4MDmDPnQVTtNmTKdTUB1Y6ZpKPkrHSycUFTV0ZZjTLQubRitM6L5opGKaNyVWhjzkNzMLBI/whgQLaQmylzlA5qbKmya/X0YO2ZM7D22jOgbbtc9LJxLbQGo1eJSUeuadwRkQ+f1177V/z4xz/GFVdciYhAq9WTaFAWorlGp9ICEQFkCw1Y9sW9FdsVQEvO6mcklA0xNg9vsGrT1QlCfZWHBe0aaSnZmr6M6WCnCAnVuuVHUweVTLWDQ4kMjDtuzrvXMXQZLWo7M49JUm9Ye3lXRRtjrhD8o1b8mlMTh0rh2RW3poRGPF1zxqadI0O5jBHUa5tyywaeSy/FGEK/egbUA7VcoNjgpNvMqZsJmIAJmIAJmIAJPC4CqivKwlpjPRJR6yo4pKawY8vyjyNbWaaYLMayVKGNBjYqY5tsXNSkDkTx50BnFkPFxEKoKHXeMgFyrTqGY9ylNMHD5Vj7gnE9rJ/z32KgTT4ObKoHOXS3bp3rgNFo8KryUOzlk9BWmia0cyKNQ6flfGyarqxyBCICyBYaUkqHvIK9JOkytug0ZvLs8mQjIyNYf731sOkms/l+phOVy4S2RHJdp5EB9eBm991/L+bNm4vgi50SV+6H7roFRwmHuuVHw2BZS6bawUE2MG8Z0bmChmYdl3bs45WKa4uNmbWoTHifVa2NG8aZQ+uDMRRm0IzPWrynjKtyThcDhId2apFWKmwVRS25ccLGvWWRhBZxzsz8Ais+9jTLK6GZMRUzdhnlsJiACZiACZiACZiACYwhkLXhGMtqNOnv7UOrNfYWxpR/mkh4TxVl0aJFWLBgPlo9PZx1OWqVFWYWrRoZAFaTgDoW6aFtGKdCU0Vq2qUoMYCIQKBcEUE9yqTuFcqnBIB56KYfiOjBwgULsWDhws6W4BWUUiKX5IFIi4KC+tQpU/P37TZ/ayvtDNWcblTagCvUihoAFeXMmCoQvCf9+Pkll1yC73//+7j7zjvR29vDMPpC4ewQiAAvJmefanac1C0iENR1f0FNwmlXK2sJFmCsZhJxBK+gVLRzyBZBC0Ux+uZ+MbLnAv0NL3rL39bim5EIzehj0/4A57SFRgpVgKOk3HeVswq6SINKlZYyVy/hVnyYkMYYDhWlafz4UKyNpYyKac6r9VV027miHLA2VuVH5LVIFsZWzMrHG85o1MEpNHNeH0WaXJmnAt2JVF1bP3pPv1y6T41apRia61ayQ0kltbXqGrVOorUZV/uerMF5TcAETMAETMAE1kwCKkWKqGc1ouJJqgot6SxEVMdE0MgGzqGLoaqx0iRdhQtHuUoIPaxxI/Mga0aFQHmk1LERgUC5IoJ6lEndV7SAdigXbWO9tUFGChtLJ1aBVCIC+kNDNpZ3PENwQWmVBna6xazZ6Kq4RmaJ1GAG2VQbKkaxkAOq5Sr2YM4KZQNArogAEMhBmwII8MqOY90iotg1Z4rQmB2VHGnkev1ERDlDvYvMDNF5pq21FrbfbntMmjSJuSKFLpCABtBAqdCp24HUFy0awA033gg9u+mjoJWtWc8xwEsd71MBFM0qWnUKjZKc8oxlBFnIC14i1uicsunLoFg56WqyNbnEt9JG9MumX7el+prT0niONqWzJWO1PvKOqZFpCSy9cqQmReu4UCFSxa/dLqSauUadWjG5Th0nuZx7QSIbJc9JB1sekbtD/ojQAF8mYAImsCoT8NlMwARMYGUSUF24Mvd/Qnu3ensREZlDvUQTjbVZU9WUqEbaWDBvPubPn1+vqZBxjAhqfL5heVqBakpEoMUJB/VoriyKNQmkPYIKF3MldGURzUpWBa7muTmVFuPYqDGerYlfuHBB/k2odnuEvtLKWgZxB61XcRvBuVorMIUvQMqPnLcZUVHqdYypqLYopXFlVsqcycEhIqC/uXXHHXfg6//va7iML0BUQbd6euSljDadQ4J6h4prCYnhdTKAOvjNfM55NvZy19F0ZqODLVV6O2pHAVr8Bn6UAOarcn1EC3pAQuOQEi3oDLyrOrqdI3GjVYER6soCxciOvCpEFDuQnrSGdJnlU25alTE/4wp8oKIzk3DCWPDK3yVMs6b6rGlC8I+Y6wzKn+vloD0HjdyjidceitNPYUQEQ4IRFG6TvLknVW1BHuDXIUPqJr/ypASNjVDtbpm2MSgfXxg1U35g3D7q+6NahTq6yUaxXBx6scgxD0CPmwmYgAmYgAmYwHIh4CQkwMoDKjNYgKDo7Nmy+FGhlLWhDAzOVpU46i1q8rBqAdWUiEDa6Yg0Iq+mJgvOgvaIAFhLV5yrRbAaVO1D0Vzn0diiPaRIqDTxmnbrOedZK9aR4BrVTTpXtLioRS8lgrqahDfIgT13kr2EsFfjStVkUruk7Ff6QBRPrq31YuHWWq+4Yq8Uw6lqxzqEMWAZyDgaKp2RoaopOWXThDy0jjPwlLSkJmZ6CaB/i3CH7bbD2tPLr74azR0MYTQb8qISTd0OtPkcdtvtt2LRwkX0xuOq23X4vCedT7nBvCkVa1pQuGd+jhXAs7NDmyaNmjb3GWTYopZUBl8AABAASURBVJR5heZrBLQhrwC4R/GDfvCqsOy6HWh21PYtRjdNduVJYVo00gTUI7crmvxMUvFrqhjYS6+CSwM6jKZiIenwb+p2hruZgAmYgAmYgAmYgAksSaC7RlvSu4pbIgIRMfaUzVQVZ+Ohrc1vAOsfPx9YuHB0De2QqGxlfIu5ImiQcC1rTfacsx9t4+ejntTo1nIOOQU36OjcI3WO4BURWDwwgAV8KaOXEjRloznH0mkFH0bKJHv9pMakyZNZ91aZXedUga9I0ILOVSydKZX+/n5c+Ycr8OUv/hfuvf8+TJ46FRi7IZqrmJfMgS6TThYRNEmalePHABiDMdfopNJXIUNkqdRRmpHqaJORwkYbdy4KwLVikFM+NECfJ8olm6TMuIZKRGgJNeQYQI7ourRGkqZGYSAbTaVvzDRk01zbF69MsmgE849aG02xfJyCLkXqHqR3HT+n6po10iWK1ygJZs971tOVDCmRfXZUI9iVDRnK1dSbvUtMYaNUjESLSoQ0ehfdh7juuiK33gEMjb6so7e0xXOAG64DFg+XedOP8EH39uvKWuW46SZg7jxghGdoYqr5gHxLCPcSjMVd+zMG99wGLOraR3vccR0wf5D3xqQVzzeX+9xxL9AJW5h7YDH9agMPAtdfN3ou5s17vOsBgMsx72bELVyv2G6Zfxvipru7LdyTm8y7o5ML9/P+um5vbLBnJmACJmACJmACHQJZarBr/rtJlSUIoiWlE1UUmSSqDWhpRSAiwA66Sh3FuSYd4ZxN6Tl0rKNKlctHfYFIZ5V9dl2q5unvsukIWhSsrdJHQ+PWXN841zpJMFDnlIQMnOeQXbFIHV/SycO0eedNbsUtKYpc0tpYghkigrtKaNVBOGTj+emmyijGUCktWOrQ19/Xh6232gqz1lkHLBTTp7NIcjK+k0PCpHPmzMGtt94G/Yowbg5tW1zqJWWxatPRGc9Bc0RoCTXkGFjy0hpJehqFgWwA14NXY6aaTXPeFjKmY0HOI3vkFdmLAQVapZHScdQBXUPjakxlVZlF5qZl/IcsN81ylyNzwpZb8qDNy470Rb0/J1Sh/y1oOa3AIOvQm0ZrXCwaKq7ufogxqtsXqOjtdrCWZk2dNbFqY8U89BAwrLeSdRyfqXHraP5OLOOhrQYXADeO+rNun8fnAd1LnQKs0+Mu1uKNbTHPc8t1wAD3VwzvF/dx/gCfETQfZs6ue+rseeNtyOeSIebS/izJFd6RoTmA7EMdCxVuqucA2jPPXffx/mijx+3JJuD8JmACJmACJrDyCLRW3tbLYee6VlHhNyZbY2j8LA7b7REsWLAAQ0PdFZACKXVcFpzsBIVLxqZkGBsigkUmOLLEZKAK+LSDc0qnycgJwwHplLJNsI6V0NwKjPBcCxcuyJ/KQAaDfgCM15QD8qLClmpPXy8mTeELEP0IdWPM5JWWZQy6NCgRgNAf7qlffRX6PcU9vQBtFeqLiurNejZuCDA0JVIBLy5gHxLtQZHOaWlySzgrA71snI5tdLKhpNWjj9QKzYNkYwEvLZdQ7bQI8qSxneS4jon40dBPI20VNT00KE/F2PK8QR91ugvw8TdOX0QgIriaIUyi0p8DSm7a0sO9mUT2zE9dTS7ZpNcZUBUF9cAQRqjl3lSKBaj3pAJZK841Qhd1QBkai3Tw4libMoSWTKsMtZ2m0poA+Yqlq2cwW4YowQ03AHu/FIv/7SIs+tAnMfD6f0K1AQMWNW8SuJQvKLDnCRh89/sxvPt66LwE0YuJDZ+B4dd9EAMXfhKLLvgEBt78Jgw/5whUk68H5vAhRy8/HjoCgx/+dPoVk3Lhp7Do385Bdd08VHu+Aos/xPkFzPGe92LotHMwsndPvnDA8CJg/adj+Lz3Y+iYXYARvujoXQ/tF74dg697Ndqb8yXGMG03HIrBCz+G4b31MMWHpKe+BIPnfxyLLvzE6L4f/DQGXnsK2uteh+o5b8Wit7wKVfdLEL78qI55Exa947WompcgQw8grm+hOvK1GPjAp7Dog5/A4N8eCr1cwWJygi8TMAETGEfAUxNYwwmwYukQqDShsCHayAonIsBWJui+ghNK859XqkBkXZbxGL00l1uj6jaNbSraL+0MbdJQBdNAl+IaPeecjImTkaKXGiqTqKLiosyZHbiCUtu0VpJG8FIMB6Sx6pjRpYFrwSsQUFPFGeUuARoqlEv7S8oMqJehXPVaDR1HWUkTYwP604mlkrlKSDkeI9RUQ+vFhV5+bLDhhtBPaGdscFEnUgsrhdcW+ZBz/VuHt912G/QMpqNEBCquHVu305DRulsKN8i6mrFLq9uZAWMuLo8IRESauVw/LJE6P/Ycq+y1MjOj6amkJ/3ZaUpvSYV64EinGpMri6JSmgBGaF7xDAyTWosCGot0mTnWJobLAKblWBuplfuWQsk26stYdRL6mK3s/hDr9o2eieG3fJR1+0VY9J7zMbLXWoj7WC8zLhtffsTWx7AO/ncMPbMH6LwEGQTu2BXD51xQ1+0fx8Db3oHh5z0b1YzbEQ+wntbLj54pGH7jf2BMDa0a/YMfwsiWrLN3OBRDb+feqv1pG3zlORg+anfWy/QN8B748qP9wndg0dkvBQZ4rgHW+nsdh8F//QBGnrozsGgAaFdon/ZBDJ56LM90IzD7WRh6y4e5J58F+DzReVZ4++vRfsraiK1Z11/w/rJ/8xJkaA6wzUkYvOACjGzDvYd499UgcB2fQXZ7EYbew1wf/CQGXvNSVDOvR9y/mAFuJmACJmACJmACE5VAUxOu8Ptbrhuq6hufUDZJbR8ZGcFiFlnRw1umPfgioHYhIihAgBerzYpDVXEme1bFFYtSlboBmlB3AIIt1COvAKoSgErW4F4aKVUF9sqBvIIzKcFzLF68uH4BovVppZKNeTQvwhQ8R4UevrxYa9o0TNZLkCi+MjA/N9KDCngf2kL5lamcCzQFWqFzyQpeFW0c1Hj2iECERAZQR31VXECpZ83Q5n4SEgJ3T7OiJDQgBchBNoZj/JW2dIJxAW5EGW1Ba94TY4JmHo89J+wJBCqSBSoyDjTRV4W8MsuQI62p66dlGJr+pqtK0noao24uqnLGu6vo5mHzLHXGSg8CaadPOWphGPeijU26QoK6mvSKOYOSLWRlVyE/NrFEc6WZjnrOKSp1WigzhQ2a1l3ef6VNQU8JxphLXxtpyESpZbzWcEkamDDm/h54w9fwwLveiLv+5jg88Kzn4e5TzsK9F3wQw1utjfKiow3cOgcjR/wNHjjpVXjgJUcgbr2v3Pvg7YiN98HC407EHSe9FHceTznlH3HPue/BA+//EoYP3xjx0F2I+56OB04+BXfI35FTcNvfPJsPr/egvetRuO8k+k/4W+Z5Je5+xT/h7nd+C/M+8Ta+iOAeG+3NPY7HvAN3BIbuQEzaGMMHvwD3PfcoDG/zEGIRbe0D8eBJJ2PRnuAD3P1o7304HnrhKeVM9Z53HH8K7j32cIzM5vEPegHueuHRaA8+hM511wCqZzwPd73oWLSH53GvuxGzjsTgRRfh/jecjXuOOxYPHPki3HXG+XjoC//OPNcDetDrJLBiAiZgAiZgAms2gaw8siscpKp0YtmRBpUiRWFfUTIACNbLqK+IABtUzerfmVBYpXqHRlZrjGIlxXkFxQVAOzsARWePvKhUta/EZka6ShYwvkLXxXiaagMnbN3+Kp005gjWMFAlVscDLe5VRZmWgftUOmuFLABpLPdJG2PBK5hLQkudq6KFDrYIejpCAxun7NUqbk6RSgmKWqnZpUmKX2eqtJBBFUUeDfKqPowIbL31Vth4k03Q19uLit+czsMwIPI0Op1WFQkOvC32wEh7GHfdfSfuuffenOe6en1wreK0R9oZwZREUfJJBwOWWrdzLcPrpkxRdC6q0hdaSmEu5iAM+qW3i6oY3lcE11E6IYqqSgg9nBW9UryERobTTqXiQGFWKqWJXzNnhFZANkhjLChsOa27sWdUcAaUfaFLiTQyR1BSbQ6cI6061OI7UB34Psz9yHtxz8kn4r7DjsZ9J7wS95z/f7Ho+b2IOXoDwNU33432EcfjwRNfhrv/9pVo3ckXDDQD9yMW7oZFzzkBd5740lKXv+TVuPust+H+C76EoaN2A+5kXTxlBvPRf8JLRuvoEzg//oUY2Ibn3mk/zPubv8Ud9N/xolNxF+v2e17/Ycz52kUY3v56xD3DGDn0+bjruXxmuOsO8AsE1e5Pw9y/OR6L9mYtf/vdwHAPBo89CXOOfDqqhSOITQ/A/OefzHP9bdeep+C25x+H4e02BLY+FPeecAIWbwneA8q18D6+GHkmGZyIga2BWDDIlzAbYOT8r+Chd7yFeZ7HZ5vn4J5X/gvuf89XMXT0hoi7FsOXCZiACZiACZjAxCSgSn+1vbPgySUqJqku0eSTyDE8PJy/d1YPH41NdknFTrZGWLoxZcUCHIgIBJa8ZJO06I0UZB/glR04x9gr7dWoTWq0sGjxQP6tqMahMG7bTJcYW60Wpk6dikmTJpeimRFKxQERWq074EwqhQ3BO6Ilm2IlisoxA9QB9XIE/3DWtQrlygVIL+pLpm6pzUsOWaR3m4MTCYeuVo3JjpwpqgL4MMnHCn0DXwbO5ZTakt4lbZ5cwiGt5b4UKQHNHNnSWXeaKrWm2otwGacZhU7tIbtED2N6RqEnG93QHhrll3Qco1nSlL6aheKB0sueOeWjdD4zOVCuopJBTiNXRurqRrWyJeds4MFyBUdAWSXgVbIphBO2oDc4kk8MA9e/EvNOfQEe7P0rNvrQe7HBR9+HTb7zR75UOAL3v/ogvujgQ9DwA4jd/hEDu26PRWtPwdynHYsRzGcO5mZDaxJG1u7HlN99CZt+9P2Y/elPYd1LrsbIzodh7pHHQX8bE5iG4X5g5k/fjs3+/UJs+nHJBdj8U59HCzujmjydLyLuwPrfPB+bfeLj2PCzH8W6N83EPc/5eyx8/VP4IqIXbf7vYWRSH7g5D98DTJqKwamTUdGUNkzB0LSpaE/i0dQmT8PQpAex3lc/zXN9IPfc7OMfwIb/9XX0/oYppkzF8LQpihwj1WTZp6Ytbt4DQ3//Ctx79J7ADT/Ehp/8ADb42Iexwe8exEOHvxTzTn8Xqvb14BdtxrszgZqABxMwARNYswmoPmgIsN5JleUHS2L0aEwDWJOMCrouLWdYWspYseypHrZuV3AwY4uiMWiI1FNhN74FMiEzo7mqWqGr1nJopnJL+C32Jf7Trxj5tECjRHqEPCi7FJWnkmdUFCupo5AB9bp6oEmLo+RB11UWdhkAvQRpM3IprjFx4GezeHAI22+3HWZvMpsvP/pkGhuTM+2dSnaaSdp80XHf/ffjlttv455tRNBaGuu7DO10Oo+Exyo2xgHqJKCZIxu6Lk3H1+3txk9ni7ruUbJE3U6jjsMQ5lZ+aY3Q2agcc0YWVPNEYC+bhCrmXEPKAAAQAElEQVQXU6O/Q59T1FdR9fUpQ2R4SE0Z1XIqr0w8WK7jCNqkS7gRinCgL+hDCqD7w1/vx9BrXo57NgfW/r/vxUYf+wA2+sQ3MWn6TrjrlecD990MVPO44mQM7LcTBtaezPFYLAavBDdAZRLa02egdd1/YvMPXcC6/aPY4KdXAZsfigeffxiqre4Hog/tyT2Y9pfvYrMPvS9r6E0/diE2+/jHMOVybjF1CkZ65mO9n/8XNvvwB7Hxf36Stf+dmPf0F2D+i99UeGedzXpavxKXjxzVJD4vrDUVVb8Kd76oafOrYeo0DE+dlPFoTc7niWm//DSfFT5Q73kBNv/Mf6Lvd//Dun8KBqdNQ9ULoE1RG2HXO5n1P+091O+7Be3Xn4mHTjgODy3+Iza66EJs8NELseGP/oD2Dsfhvr97DYYPWAgsbhJwjZsJmIAJmIAJPHECzrCKEFBtuIoc5QkeI7heUipEFnf1vLYNDw1D/95GTxaM9KnJx1F/80jLqvQF10rAgotWtmBMRzhPTxa6AS5BVvGtQNRxoBahWQZDF920VuC7C8iVwh006lz6sXCdQ7GVllLR0AinQD3Rmp6enpyiCQZ4jADk5ICuq6KtAsty2itJ+qrsI2igLycoNumNxtuktcxajMtwBhRLoBUtyA5eOr/iqY5pJZamZjFVNe086iNVGlju0lVxT2T9Kr9mesDhHRRfMWYMDdA9taXwfDl0ugraMoIrFUS78gDcCBXUUs1pmbPnwx135I1oSTkP8h9rVGyguaQxL+9fcZLMR7c4oNJKZaNBC6kyaxOSzJSB25RzyK8JE1HVoo60OlpRFKZF+luPvLXaCHR08GJyNirjGgHIrrWgojPpQRiccMpemSu0+UDS3vp+TP3Ce7Hlu9+MSRf+G/o+/F70/+OPMW1+Cwu22gnAg8Bdc9A+Zl8MzAbW+8lV6J22D+adBcSd3XfRRu/tl6D/nf+M/ne8AZP/z/cx7d4212yC9pbIK9pD6L32Xeg7/w3ofzvlbedh0vkfQfCBBxGIxXPRd+Xb0P/O16P/XW/BpHf8P6zVsyEG9j4JMcAnHEHp3hKaUNhyA8556+DQTPkRLUDfr77GnG8qe771PPR/+ms8ewmBclKNeXMASkjnA1ljx/OfisED98LgnZdhxqdPwqT3vg+9H/5XTHnvx7H+HxZgzv6HYOioXYH5w1zpZgImYAImYAJrNgH9d7RDoJmo7uF/qzWNYE9hn2EaVQNp7BioqM7iElQZGyh/6v/E0xGM6Qjn6eH4/9l7DwBJs6u+93++6u6JuxM2z+xqw+xsklarYAmQQEgEGQySERgwQSIIBNgmP2Nsgg1CKJGfeEgIsAETHGRE8nsGi2iDEBkUVrszm3PeydPdVff9/ud+X1V1z8wGWMyOdO/cc+85/xPuuadqds7X1d2bmBcHpTE3a5IjECvtVEenAiphJquSquqEtYAElGFzL7IcEYoIGSec+BRAUmgYnXn0ZQbJUAETo4AnwSsDwIDJRvIoXpKSY3HrUnpbx+9D9Uhovm/3BxTVFsfeQoyUCDSm57nu2mu1e/dudaMRFmiYmMgp1NwMmGqG5kyBwcGDB7R//34dPXoUKfBXDvtNQJSkuVFU8w2CQWiyd5P5AmagJ/JzQFDaMm6B7LhwGCj7dsuRkhdz5BC8srDW2d8av5809O3o5PMI7Fhs8shawnBMzQOF/QqBYNHMZtezA16SKXLvXe+HQRGy1ow8eg2CQAGM21cwmRO+Qogk0uGAyXiscsl5WvjNd+iSN/07bf2ON2nxbd9HX/3l2nLTUa1euLf+b/Eevlf6qpfq2KUbdMZ/+yNtHF2tgz+4U3HTcdXh4KHRg+/R0pvpj7/n27X0Nf9dm+5Z0dELd6qcK8mftkxWtXD/B7D5jtpDv/5btfRdr1f3F+hDKqvHtHDzH2rpjTXGhne+TTse2KAje59fvy+JnGXCPKd50/RFAUUOCC5niYkWbqJvd8zhWeEtb1P8+ST1wWuYl3yg9u16CHh1wueY3IkpfbGOv+hj9MjCPp3/Mz/Ms8T3auHfv1kbvvK7tP13P6Djz3yZVp7/Ch5vDuHYZqtAq0CrQKtAq0CrwEdaBbqPiAvRaE3vMc8PIM2jfwXW8sqygsZXffdp06DR6pCzL/KSYGASPCTQwOFbUl+whJClqqejEhYQkwYNLTZC60Am5cBaGmJgN/UBs25leVnj1VWFlKRhzELUowZcnTZt2qQNkM8MvDrIk7Zevk9EYM3tOM8N+nAmIrhn1ZtzjNQDWT+QvzAeBDXZbsLtMqWwNCNj9jGSDbqZnqwzm/tgZACq8Tjd8WxgArcozlU/DGPF6QaCWoSZOQuLWBA/X6u8uzGTbamDWSIUv362Q3bcCYvviahiUzMChK91E+cgS5wrqY8dxNDcsEVCMDaJIIA4t5dhp9bWuN6olGc6JygCTc4ONb72wIibIcNY7ilw9HmJ2g/c+do2MeS1k8BCWyRNlM8c9heJRQSr5KWgLDxATIivbR/WAh8KjH77AU0++0s1fvVX69gvfI4OnHFUZ/3GuySdwYcPr9Dydc/T4dU7tOnH366z7hvpgS/8j9KRmzgEE09iTbZdpvEXvFrjL/oqHX/NZ+jAzmWd+ad/rdH70kDi7+Xk3M/Q+PO+XOMvhl7zlRq//ArFxLcxhTSStHiFyrOv0eR5F2pFq+oeugM8UDz5Gf4OtstfQF6+22s1fvWrNfGv0XIoFyc2aPJpn6Pxp75SE2j82Z+l8RZ/Z5rzkSbnn6Plszptvf7DGv2SVC6/XLrsGSp//Gda+NA+dZv5gGfXCxQHjjhio1aBVoFWgVaBVoFWAVfA/2ybki/Knqrw7ygym2gb5J5EYSMo9x5SyT7XdrA9GJgGeJH7vII9nJLCltZLHKR6irfUwnjaxmRewlpDjKFHlEd4gTA1OxBIne4dkot6VPL9icFOXoaCEzrI88n27cVOKoSBgphsPtbkvjrQmzBwR5eWQBanhEv2gfM9u/1tUHVFG3nGeN5zn5sffhjnpJw+I+OlYdXUNermlXseOnRQH/rQh3TgwEHaNzdwSjdNB5E4NOuM/RTGKrEEeI38+tkO2Ue6LRxekzI9Eg18wQ4zR/BWX4M+dr7HEq0LHnkfF8gmEQSwJ4qerYas1tgYlfJM5wRFoMnZoX6q+nYCcmad3D8PJTy7r1fIsT9WaHuqtdQZ56h7x7/Sws/8nsqnfb7GX/hlGr/x/9MjV27S1ve9WwsEjYeu0/GPe74OrD6oM3/9O7Tzw2M98um/oLFu5xAMchJ589Uaf/ZrNP6i12rlR1+pwxesatsf36j4UwxGRXLfvvUCjV/1xap9+1do/Dkv12xwj849M2Gf+WyVvVdqZbHTwqGHRLX0NxlB8Sdn0bd/7pf0Z/K88I9eIm1zNHLSSJOLXkFfX/v2yT/9PE0u3CJr+MsgfdJFGp+7Uwt3/plGN/2ayoWXSxdcjv53tXjD9docZ+rojgtUeO86YqNWgY+gCrSrtAq0CrQKtApQgb9pD4Lr02RmV3NiLuvhldWV/DVTU9wMnSTtGa2kpmTOmBjeIzVSRLDQxIkBKxOsw7AxewCuYnVFrBOx4MSRyNU2IkBCK8urWuEDkFnjjsljzZAiQuEfJ6Ft0zBiyC/QSyFGgTy9m8xXTXJeYiqHxZ6KIga57qXXzG8DVi28mqrFoDuZVDHJ1ib1w3wkWoEhBj1vBbySV3jv726bYh9AprnUms8H4bQriXnxI4p1A+99SoOivlDTWIN3VfcrNpWbek+Z0ntab5pT9C8SCP6smZ1325nMm6wuMAPBTqexKsBhyFpFrwhA5vKsgR/2SfBgYy123pI42GiFqBDGxT9HfsHZ0nUv0tFvfqvufMObdM9Lr1Ls/11t+bC/O+qgyhc8TytXX6CNN/y5Rv/9R7X193mAuuxFOsIzUDziyEUxHunQS75Gd73ph3XX975J9778OYp792nxlg9IF1ebsrhBD7/yZ3T3W79fd70B+t4f0oNfch3KZfk7Jsumc3TsU39eR975gzrwA7+ou7/j0xV3/Im2vOunVDbVB2uMn/jkQ55utEv3ffW36e43/aDu+p7v152vf70O/dN/pOIoZSzx8HfP29+pzMc5/cBP6p6PvUjq/6tZNi1pFX60fKR/te0YLIuS/25SZ8VENSBwm60CrQKtAq0Cf48VaEc/bSoQfSbek+g7vPewt+j/Zc1/kw2YoTcJ+HkSdpbF8B7IsIoIiWk370ma/ycZJfJspuUakePW/BMesd6nmhtNb/S5VzhXywMNOaTCC32CdREhpsKYgWEf+Kox2lNawg87LJlGDHLdp+5TZv7+9ql26uPTsfDBSNGO7dt1zdVX6ayzziKq1Kvhi6ZHaDZCvH5TMXTk8GG9/0Mf1COPPiL/xLpwitSX6VoEUmdiXhDlvr1mWQwlObp1Fsx7n5IVJr9YgGbZZG/zJvksSf4QpMrKYZtkWAo21g0EVGdhM7FRHK8Z28x6W6dg04FscyKhxZB1prJgMmJdz8Ma4Wv37tBhexxOfi5K1EmQu58h037H+dLeF2nly79dd7/lB3Xna16mwwc+qJ2/8QGl+z/6DPr2i7R0x3vV/d5vastv/aXKOdfpyNedpbh/7NDSeFXL132D7vqBH6Jv/z7d848/RqsP7dOG225QbN8mTVYVo04HnvcFuusHf6Tvk39Qd33za8iEECQSC1t17PmfpSP/4Rd16Pt/Svd9x7/SI2Wfzvj9dw9tNIZPZpI9zxMHPv3bdNf3kZf78u99qx5+3T/V2M8SfDJWFrbpwa/8D/T1319zevPbddeXf6xWfAzuOmuzyqbQ6DDIYWmayCI89xEV8nsEqc1WgVaBVoFWgVaBVoGPwArw5bvT+FZB7ia29TN6nB4s+9VsDCcTuTMzlg2ObXrDsEJ1uEcyV2p3aVZWR2AFiREQfZJ7JeK7BTVikqpJ5W1Q+tY1kVSaC39dV3lEmag4N60dqcN0yGfQAmlhYRFacHgV/viL2kSRUFoGSh2iocR9dAcQg1J11PhR7RKqSLK59DIbU1nLwimQD3HcdI40XrPwbJeqNWAvpHnv7LgZC+uB5yAgJCZPLXjB5GTBOV9DWMqHjmkMwokoghDQKwc8iDgvwrzk1WyHTfLeIRnUbPia3JZ0UDJl47qwGvCJ1d5StVf21QGcGIxxROGkYbg+A79mx77a2bsK6Z8LlobY/FL69RgyiOpkDSr7wvYbHLMXvEEB4gnrrXoDFj9ILN8v3fmA4o9/V5u/7Qt04Zd8iXb/8C9qyzmfptu//huJL42vep4OnbdF3ZlX6OiP/7yObzmoWLxUh7/s66SjDhkqCys64/97s3Z/6Wdp95d9vnb/25/S5qVn6r7Xfr3Gz642sXxMO3/uUu3+4s/T7q+EvuKf6Oy3vY8zNnA1qr9hi45fdI2O7b1I443E+4N36dx/+RJt+A38R9CTZTNI7AAAEABJREFUndFpsnK7znvrN2r3l35Onnnh675CZ/z4u2oNOoIe+itd8EmfkLrM6fNeqAt+92bx1zlP6w4c0eJKaGUbXyDYCMR/XqwMbZIWl6Syolg5Bk8s1G22CrQKtAq0CrQKfFRXgP5iev++8Qh3S/RdESjd45jEQPQ/yDYzlD1fYl6EKiD+qVUlNvq0mAmwHTEjYFDmmsEwIWBJ70RVTSqPlt6j4FHAI0kKCaI10mMN/2RCwYCuZbrCrJvWFtW+HRWhCyd6mhA5ScqcEDrIOVUC14xLlZ2SUEyns0BgY6LlBN8Zsrdjm6aHYCoH41nk/HPP1RVX7NX27TuM9mRlpElEgNHbsWYsUJ9Rkfrhx4379unBhx+sH36g5HRhRiufgtb37fatUVkxUQ54nCJCETGHKH+9VYBkD532lgD66Wv6zOyPrU91LvJZNjM87NVe6CpZl89gZsSorjDiDjr5sI2JakcfyXER097xKkPVBkUISxaBJQ0HIkxnxYa7VmuUGYO9n/nrzAo95633KP7ot7T0Q1+vXV/6Su3+jrfq/Acv1G3f9p1auVz03c/U0Yu2Kpau1NE3/YKOnDumZT1XR17+r1UO9MFGi9rwvn+r3Z/3Ku3+cnryf/19OnP1Mt37JV+v1efuIUinsjrWtve+U7s/9xW1T/6Kz9Xub//hel1yi4WNOn7eJfTt12jlzCVt/PB7dMEP/XNt/t7f6w95shs353nizP/6jdr9hZ/NmTxPvPYLdNZbf0wjWnN1nWL1IZ39lmfS15OznyW+5JO1+/t/V0s+qmO5/VHFwbHGfMCnncjjwsJcof6Li/L7JcYrio7na+CPqNku0yrQKtAq0CrQKtAqILcDp3cZ6Idqt1WvYTHCay/DuqFZPr6sw4cPKyIgdPlEETBMb0mhIFj0EIKSxKBHGvChCaVdqgqMaAWzmLah75M4J5tddgR5WNfJa+EUArJ2KI4cO6rjy8tICCebuNh6qkLuiGtfWEXkKj9QmEQCvrM/EJnIOrF6hxwIvRENA9n2xc6+HGaDqt5xWEGxZRUBM18/7CUjhmOzDTPD5CLMe0azWDYvjmdCXbjHJPXUx5i9SvQPG9w2XGX80fncCXpBWBhMyi/cE3giyZS1yAQBvdsX3QnTasD0YQ8T+Yj4yr3G87mEUB28Wyz0vsLJpqRMzoXze8Im74mT9WzoRDY4WMAfE2VsUGuArFFEKJKbWwz0NNjJh2IynAM7nYSAtyXE7F3BmD5YgLkj2xh+snpEuvZf6cD//EMd/Yc3KH7nfyr+9Je18KYv1xnvf0jji5+jsZ6pyfOfo6NxWKtbLtSh53+MDuxd0pYHjunIs16llYuJlwXtFGMeOn779xTv/Q2Nfurfa+P779Dq2RdqsutFGHE+aywfUPz+H2ID/cHvK/YfUv6lGo3UPXyTtr/tOdr54mdr58c/X9v+yRdp4YbLVHbhOJ0c5p86Ob7qEvIaoHDoB9h9R29z5O8yjAfvVvz2b3HmHyj+6H3SHWmMVUgxUdz0AcUHP1jpffsVqw6ITlLc87AWHlrWsUsu0uRlC9jie8/t0vN2a/WKSzU5eK/iDj7E2bpRbbQKtAr8/VegZdAq0CrwNKiA/wn1P6VOpd8jInudCHbIvYzJJogyqQtEU7/BFhTuDGFlyiUZye2sGBaTz7O8mEKDnyXaHolYJY29ZBshc5FroYtIS+UIVhPbMC1O+ABhMhlLxJpobiBb3wEFh0RYoofEyK139qok4b69yDqfH3BhhrsUe0JM7Ab7YmdMMEQxTNumWwVsbw47a9xrchkj80ZaXVnRRRddpD179ujMrWdMQ9rHZAfvxfFMxBP3MDYEOnzosG7af7PuufteLS4s4uIqo8Xe506UTqzsYHkPPlUyO8HalFgm6MjUHWXi6NdMqwH6jZhSBHEF5a7stX0uIVQHNbeQTiy9KS9J1pjT8Cm1H7cdTn0ocATH9oar1Rl7mqsVUjc4VLGuwTYQbE4fmnFYEpgtNtUQF3X054ZNfLDJfE8F28lkWfGBF+rIr/+RDr3p5Yo/oLd935+p+6lv1xm/+leK7Vfo+Kfs0fja5+hQ0CdvPl+Hn/tCHbxuhzbcc1jH9nySlj+jD+itPKh43+9C71H3s99N386nDDsv0XjnhdLYr0ihJz6i+OP/rXgvffsf/i/FX9wm5cveaXLsPm1/9+tr3/6iZ2v7K16hjf9pv8rl5zp6TyX36b0s+T3NHgcOs66dRZ26Ffr2//3bnEnf/od/KN14j3R8sAvF4XsUv9f37b/z54qj3NXqYHnvnRo9+Igm51yh1XNforjzFumRfVT3pVrds1dHxw9pw8N3SFu3Ytxmq0CrQKtAq0CrQKvA6V6B9fl364HTUqapYWrWc9JQMYe7GF+hsT985BA2oegV0ybeMkbGCw2p9yQWJk2xDWgvM2bQZta2VI5kP4yy4YVXDgBsIymwMtmHGOld5UTwOXb0qJbJz01/uuNns0jBCxzT2JQsQzxr2UAc4qk6UMD4/DyjELCnCXjhTCbc2omVzZNsnmcRqvTkA8JL0uAbSjGdddJhlcnKNTtCzVEZgkgcSY3A5UPFAIxBG1XOBGF9Fz8s+gXK+9gPXBawJZIS8oJslX3XvO4VBLa10tVOdkk7DYPX3XFTtDYZ/HKmYNQ5pZBBakzLvqf/sjmNJIyJKFnA1pYOH2EgfKWeMOTFsG1VhXKA4VbdE3IEa1IwMyUiTPl8n9rLZkksjmULDM2y8aDHev3dWr76Y3XPN7xHx/7FF6m88DM0/paf4GHpHOmeD6i79pU6dPXZ2vrnv65z3vDvdPYPfI/Ofsu36ax3X88HG8/U0dd9kuKYKzLRZGGHyj/8VJWX/WONv/WbdPgfXKF4+HbFfX/AyeTAWjbuUfmUl6q8BPrEl3HetYpJ/+DSdSpbMNpxOQ9PlbTRFQXLyf0XzlR56cs0ufoClZHBBZVtL9TkH36iyrUbNf37ZRUUvMfKuRdp8mmfXs98Cec+6xlomFyftc6NmySTpXwRzEDv+y1tfN9fa+G8T9CD3/xzWvl8zvmU1+no6/+N7r9qSdv+8r1a/L2bpM2ZDA5ttgq0CrQKtAq0Cnz0ViD/aY16f2+jxQVt2rBEV4KmTrc2irDW/2wDSqpSL7tREQMb44V/y70nsTAVhZ6ASGw2hMMXTo5kP4wiQhGhOtg5KpLgAZcWFzVa8L/fgAr+KEnrhrVTiAMnfEE/Anso+w6wTADvzGrOIQZH28L7/GpT8g72dxdV0DOxYE6Z/k4FDPIxeQ5BS09oOBWB1XwlZE98UsZxZXlFl122B7pMmzdvpgfsY9sAveN6s2jeOyG8ITpQ6NChI7r55pt19733aBTuzyBmPdo2yrgTPLicEq8wPNGYeXcxjCPDMUF9uAkp/bwj2yxlGCbl8mqlic55Wqs5HJaJAXpW15eNWc+pOmWKQ/pOxa9NgghYcosih48AEFSqD0nI5OiDSh7ki5M52RyjXsRXawehpkCXQRAxK5kQDGJOv9AOhkMN/xfqznuO7v7Cb9HhN3yDJi94gcqrv1MHXvlclSO3aemul+nYsy/Vpg++R2e94dtr3/7W79JZv/A+aedlOvYZX0U0PsBz8DhP5RNfrvLxr9T4696mwy94plYP3K7RI3dKo0xEZXGryid8srJvf8nLVD7+edJ5OJOP+LCibDgTYee0by876cVB6rTRoiaf/EnQJ6hs3ih/9lE2nanySZ+syUvIPYterb0G76DJ0kUqn/xp9cxPfKnKC66S5j9TcWo7Nin79p14DfWDlX5DG37nvTpjcrHu+xdv5NnmFSof+0+1/M7v0YMvu1wb9v2pFv/496Tt+Kd9W1oFWgVaBVoFWgVaBT6SKuA24bS+T5C9ic29ZG65TEFLoehCXbC735Jo8OCRC5wYARWWpJ5nU6rBMZVJHsiCLLMZoSUr7LTEBmjYwgRSkwJPPhQRcLaVgj/yCClh1eEcBFYlr9Xe3ECLS0taWtqgErV1t7+p+hVFhIJXlzRwCRXWIjBTIBeAYQYMFJFLFVjrBMO2xgHBJvOrbNZUxNQwsB3YYSfCwE73xLwMNNXMmAyFPs+js68fSBROA2TN19MsLqhZqTb5yUIRFiGLScjy6PfcsIsMbr+qDBS2t2QKFhMW4kvwMk9ZQY3kllj62bcnVbRfkewIcWSmN5xhedJb4YrOK/aSBhvNDULk89cApTULs0I2SK4idU1Ag8pXTtxA0nAjYRNJRYsqD75DZ33nO7V15yfp9u/5Gd38i+/Wzf/mtXpk5c908ev/ncrXvlYPnnlMm/7Xt2rh3b+s7j2/ru7X36WFX/tZbTt8jg5+/Gs0XqRO3VYd+Ozv1s0////q5p/9b7r5W16jR1c/pPN//qe08EdiLGj1jI26/yuu103/iTN+2vQr2v8T36dV3SgtLGrM+93/SxKMT5wLCyo+4xXfppt/7jd180/9mG5/6UVauej5uuPb/jfnvkc3/c4X6miMeFjr3fmixmTrZbrzO9+Oz6/qZs686Wd+Wbe/6Tu18tnYLCyJv2Aw6+YiOF+sKcBl0x0a/ejrde67/kzl6s/RLT/2Lt38kz+mO164S2f8zk9o+xvfzmt1qXjjYN3m338FWgatAq0CrQKtAn+fFXBfEyRQ+7fQQtfxT/wS/1byryoKJj2IFBEzQiUGSGJF0Uv0F7BDT+Mdhao6RIgkeQQLlBisZ+3MiwROAoooMkvUnCP6hIXRgiKMFp04jEte57U2t2zSdExPU+mqJnt0O5toBiNCiaWaPh3fQnRQRSAXgGEGDBSRSxVY6wTDNiDBCpuhNrBy7SXiidF/F9XVV1+tSy+9VEuLi9M+FG3WQdiKYd8wHxagfkaEDh85on037ddd99wjDqjEnR6rb88HE2IU/Dk0zwriW0xy/ugHO7P+YCtKmFXdSv11WBXCW1NywE4l5U51lLolFgjzpIr2K5JjQlwj03NOhEu+9FZFnOKFHVOlDfz8TLy3MZ4sC9OiZAN5VKSuljVV+a4medjebxQnY+od8sODS2/Rxu/5Du26e5fu+tof1C3/6Td08498l+6+9KAu+JF/pdEL6dt3HdPmv/hFLb3rF+nbf03dr/ycFv7gl7Tz0U169B98ulaIWbrQ0Ze+RTf9t/+um//jf9XN3/XP9OCm27TrZ38S2xukJd4/m0d65GVfr5ve/T+yh775Z96tm376F3To5ZK6RU2yb19AOMUcjaTdL9bN/5kc//Nv69bXfrYOnbNT933ht+vm/0LMn/0l3XUVH7DwdzAjsE+6M/TIa96um/7zr9Uzf/pXtP9Hf0TLr/h0arWgVffn649cWATnedn49i2K//IG7fx/fkmbtrxAt7+eu/30z+nWz3mB4kO/prN/5PUa7cdwaXjH5MltaRVoFWgVaBU4bSvQEm8VWFuB0/pf+BjuYsY0yKfYg/bI0+pgSWJxEdhA+tkLZRBTziURcyV99zwAABAASURBVKYU1i0dBwS0Du7F6PfZZsSfYbgJH1BjA79mn1NEIEBDjvSrymOBk9dsGMJUA9Guz5RwodkfxJPMmMMK1oM4j1fMD5CVO/k6eJQ5tXnTLG+smD7IeDb9yQxOVg58vY3VM2QtN7X2U8xaFUfyUIrByfy7qe2ctrfFa6qtjG1MVcLM6VeBdaapXF15gEC3xtYKP8XwhsgHx7mcbWc1LtNpbCokM1icqBEZWUtoOM1Gb1pAO94kwV7G3HD7BYpfep3OeUbo8pf/E13yrV+iyz7pPF121Qu1+PsPq/v2y7X3nLO09Z18sLDnAmnrmdKuy6Ubflo78dn98m9U/Nm/1Vl7NmrvGaE9Zy1oz86RLocuve4faOPP/KHkn/q45LW6pAvt3bGotEk75PM/RqNLz9bCDz5HF+++Upv+y2Uq/m6uWebS5j0q7/t32nnFptkZZ42090z8t0A7h5jwZ4y0/c3EuGyPuu/6RF10NtiO0fTMy3eELn7x52nxjy/R6NXna++5z9Xosstmp+25TKMvf4b27rxGC8YXt0rHrtfCt75EF+xe0OVf+VW65Bs+i5qcqZ1f8G8UBybShtHMv3GtAq0CrQKtAq0CrQInVIB/LadYTDnRjUh1qZt1tCn5NXbNDyuQC+RpGw2OUnK9idaPDm1Aa3FHCiAT2/qJel5jHkir47HGq+OZtRUpmaGvSr5f7GDYZL6HvRkSl2B6A1prEJr9QTmbMbBTBqAoWOuc4RP6yw0bN+pZz3qmLnrGhRrxBensOzGcWYmTlCMz6BXmTUJ78NAhfeCDH9Q9fPgR9HJinNi3A85N+5rmoDVsEDcBcsydxfaVqGPU3h94zQTuZVv2LKAlvHpg2Co6SJjlqd6NWet9OKnKJ+vb0fyf6Ns5pubj1bch0+jUdRCZT8b8Ldp4sfTeH9WWF56pyz/xE+jbv0aXftoztfeCZ2jr//0HGr3tpbr0rJ064w2/r7KHfn3rNmn3HumD/1lbr9igZ7zoizW6+Me1wz311m6uP4a/8lptesf/K205V3roZm2nz997Brh7dhO9/eU7tmvrb1yi7ie+SRdcdpa2vPFdnLPDCa+hQj+99I8vnOvbF3T59tDezdD2bnru3q2h3R/3WnX03OV3v1bn7Rpp77ZZ375nZ2jvJdfxYc77NXn3p2jvpq3a+muXqWzvj9vBM8K7P0N7Nm3UGb8MftaStHRE8ZOv0Tl7l7T3H3+RLvmWV+vy6zbogpd9rhb++CDPJRt657a1CrQKtAq0CrQKtAp8pFWgO50vVEjexDab9IN8VXsmJ1f8zV20h+wpS/lQIcnmQiiixaXRXv8FfOOoprN+95EU+Uc45RSi5AUHf4E5eeJGBCykOjiiMiSZKkuocTPXEwDcWgzAs6r6Q6WIAdBsGOMgpvIhBNmxihODhgecwQE1cQbJe1rDsDsInDQ7hxCKmMn57VCSKhK546lhzPgYoDW79c7J7XxN2IiI492kHNU7VNAkUGoZ2BIr5OTXByFf77RhsZ6tzuE+BCsmUOsLviIujw9cB4Rp2Tklq9mwXIk1/WzV5+LiOAFT8hW3N9bK+NZlHiXz9F9CUrFJUmH1g2nWJO0AmMZ9kglxzbS/aQ3IfZQkhuvW50Ig25ocvkxqxAgQHqS8jcerApZ28MBw2SXS3e9V98vvUTywSeUyHpbO3CKdYd1l7Dws4MohdW7Ygc2lKhfu5EHiLHjsLkUe6DJ4x9i2WflVjIXzVQbd/H7ZhdJoSdqKPw8/+Suvoh4xWwGWtp94xnycni+OcSbV9gP6Nh6KnMegG/ZdZ0sbFqTz+zOpx/SswPfcdfjCJumCGkt/8MvqfuNPai6X7ZaWRlPXxrQKtAq0CrQKtAp8tFcge465IiwuLGphcZHmhMYEnH/RWUVvVCpJsy4GJXMqi+E+6WR9u+1Q53RfWNuxICZQ4Ti2GihSGPSiAYoAg0ajBS0u0g8I2fYQcJWAfDZQnalwL1UJdbWzFoFpLilmmpRzsT/FYaoEiGWRaPLEtAJ4mFabBjkvYXvb4VZxO8MhZw3mHCaTibZt2yb/5Md5551HKzaqvS/mnmXI0SFMgA7NljOhIh048Kj++q8/oAcffEj+AGWu05zZEauI/skIPkxnioQ1OTk3A/U1AGbahq3O4WAONT4lfEXsibi9baxAploOBzqbVlViTT9b4YdJPhulh3UzHFWiGR8u88xdeZuwQU940jPjSx7z7wvjoHiZ6437zf6mXuw3IyaL1Idt8DRq4og1r1W4p0Xhvj3P3kJPvYfe/MFb6NvfrbjrUO1Lz9shbdmdvHbQf+NDeCbM0pkSPXJ5xnnS4plps6Yvd7+MXju2Sj5vYQP29PJD7zzsttnA35ktOzOGztgoZb21dkQnXeR++iQxhlje81xyci++4WxinsT+Mj702UA+m9D5/E3EHk7z2RufgR/18K/NDRTdorSz9u3l5t9R9yvvkUb47uHZZtOSFGqjVaBV4COoAu0qrQKtAq0C8xWY6xLm4dOMd3doeqymBV1EZF8TXM9NYkQoggbT3SRYBx88eQSxTEA5EdmjJ6WPGEVgnsUCjPc1bS5trzETJtlq92cJ34HlSJk0HfhN+VMznLhOGUQNsSgbVO4jXuFpNPLgmUeyARdEVBKLc3FNMsfAAl/g1MPaA0IB6Hi2lwdyfThIz7QHwtbKE8m69SipABEbr/ogy2sCkmfMOQystc7Bv0e4ZOFCEZCsIY+oRIicBUcmfCgiKAk7wAxXYn0oDcMfQgwXytrgMNhEb+QcfH/LofqncIagouityKdAGAJrDoYv/YciwgDiQHtFsNLwFxN8wamgdq3QwNVpLGkALVRVv/YAuRtIs1w4LrGSkRPywgGTMtHq6mr/gAXY8TCzgQ88tp0hLfHg0IFlMN5c5EcAS2upG0nkzSLZZoQ8kHVDDHmEeHI+keyX6sc4x3qFTjhjOGt+d7xIB8m5OY95vfkhr+jP1LpxMnyItWW7dMYWKc+JdY5NbBVoFWgVaBVoFfh7qcDT5lD/c1n/dSzkVBT8mzvqOkX+oS8xOvQmIUWwSPLqPiwiFEGvlzZSBx8l8oONKJoO2i346EnpY6lgL5i0LTDpU+i81A94Y5Bzk+3nteC9oYT7lGyDbjIeyx8u6CQjMDaxzWmNhBLrvJtcB4KJnXs++b69yGkTScEfwjg7ejpzyp9QOevss3XF3r3auZMvVBdpwjlR1f0KOHA9az1mcmy/Fo888oje/4EP6ODBR7XgX0WKvfV5GLxn7wpLXVG4Zy6uu0IRkKL2wCEljKWn4w++EaF8hwAwZRLDWPrgi5jT90gDjBzDlz7BBgO/P+wWnG8qnCGoKDKOl1LICUNgGUaUhz8wASYKUoLFakXgy3v51H07+t6lsCtFlhQM9ASUnBOAGURYX4dt5hBRtb7rSvbtqD2jk5b48GEbfemGJYm8DCvAzUdKaxfjfg86MfPuiQdyv2xs3sPYoB922zh2sCTPPu8zz2cuI520/5/GQ5852TGkJ3KmTedpmssasMbawHONn20WOMd28yaNbxVoFWgVaBVoFWgV+IirAJ3Q6XunIHWTe7Uk5JwJwvU94iCCyE2uybzJLbl309D7pD0L03BSqHAE1oAlESGLATA4Ig06zJFOMjFXehIR4+xv2fNhTHUgJpOmyZ18SbtcaNIxye/kz4AIzEzLXTq8p1XGumwmHd3O3AmFm2e2GqjPL3K3JxRWYcvF7AWScwKezLrF8dZBKdrclAKLY5lgaeynnA/jJNA09rnwJQUzZAbPTMO0tC/kC4Iz6+8FnvrgxizWs6tGUPVns0PGUWo67KJLME2imI98yLaFGP7LE+zDtMwlUvRDnsNZb0qQJZwiO4d4nRKw5jHbOZ5J8yOD5UJ4e5V0s31fpZl1vqCZPraGC0vJOxS4OivniAPZbWX11A/x1a+trQKtAq0CrQKtAq0CrQJPvALuVdxrqHYuiui04J+ysEIMGhDaLwV/kGip6FEACmTZNN/rDHBYwcI0l0SXTRSsAYnSY94ABkfEQdc3SiDumwpflx0lRWBPJEGkR06aDTtDA+5ffzUZr870+ARkALN6hBkAb/N9u+0CvBqZIQ+MfPyJfTu6CXdDX+3tGZwU1dErLBaovWIP5m9uOW/XBdp7+eU6c9s2EPA+eYdKYN3i8wmcqPnxuOj++x/QBz98PR9+HMoaEWWYqrb1TBWSkEcBhmemoXo9ewRgnSf27egK5AiqEVT92fAZ+EDXYRddoGAW0euaD3Yx2Fk7KHpi44MVVt+f7bH6dtTiCHk4hneO0ICJ4bewdSbE2fSBaeg726ukxNWZk5ldz9WfNBluZlvTTDbnkKYaSPkB1kp+AIItdehDta1VoFVArQStAq0CrQKtAq0Cswqc0KfNVKcRV/pchx0x6Aojck1JbjPLJJtEAEX40WjOARY1KhjWgDDyWokG2U2pyS2s41lhu4EEE+EFTW5hCMHTPGQ9ufgDgoiw4gQKvEzzCjfWUzmmnDCVR0K5IPkKBQEKDEzyHsrhs0kh+fklwgYQdzUeEXjxFiGeoaTEwuoaAjAiFBEzDC6iyrCUqg9QPRKa00oIWVPvNrWd42rdQG8EE2KKB5ewq6Ek38uvj2tlG5MVU6uwxEkYsFrAPyBYzvOx9cnWnhAYq9LA/9PKUD9KQk7CUJfS7P1Uc7AGi6L87jZhUxHJ5wDDMHmNEgC0PiLERAGKEZOUck1M8jliYAfMqoiQmHknds0Ni6Y5SNMjAcNVTP9qFVH3VR7gs569rDZaBVoFWgVaBU7PCrSsWwWeThWgdxnSGXWdFkYL9DnK4f+fQUQn9b3HROVv3bcTgulDTYSW5E7HZCYCjpk8S7KYOi9TgNGRkWOBC51sRFR8PPE3jxRMSn7hfejYAGoO1cwisdgGuXACJNDoKflQDvdjBEi+7hiji2DBnuRSFxFI1A81LWzCBcQ+qysresbFF2vvnj3aumWLUcPp5yW8nIKsI3T+dPBd99yt62+8QYcOHVI36vozSl4gMupckIBHxYpe7jjnLAq+hTqZUj3NJ+asrPFPXWBNGGzRBRzOVkEFqScubQ4T1U9TUDGzL2fHOFXRr35/GU59NsdYEKB+LFGtqh7cDFSwm+UiRWAXVV/wZZJarqpjeBcEd5VYFRFmuC92sBqGAwx8v2OBXS8o+MPrixgDORb86uoYO1sjtNkq0CrQKtAq0CrQKtAq0CpwQgVqF3UCfJoB7gKd8rCbn5KbwSLRMppsYpo+TKC27NbVPWQEjSpAsT2NKKw5idVYQS9GgeyTWxqFIkLyNGmqhZOsEjhdsafqIIoxC8NunhZ2rTfSvB63NFu3RGDE9N3cnJvw5NgCVePCZmJjBnjkLjjPJDG4u9OwrQkkJ58dVBPcmIrwmqonvDjePPmcUMz8rZwXLad2yigfhpwjfjZ1XjZJCLNBNuYnjkwTJZOHaVfF1cEQA6/hpSCtAAAQAElEQVSumYg1kLGJF9nW5FPY2Rx78E4/B5URlNjXFYZZpoKDmQCZUxg/cW4kET9jsSPburBbX8SwDiZg65uI96p5E7jSVgwLJlim7fP+8BV1rghT+4CrZNR3Wu2/k8xyo1aBVoFWgVaBVoFWgVaBp7oC4Q9AFhdpaYoiog9f2E2h+kfs9EV9D+S2KeRRZJcIeiEAJBsJNkmsiRkQKmhYUUn4RaD0NGmq9RFaIK9uNIKnZyooPd0Aeh8IP5nIrUwmOn7smI4vH1cEHwwYVy7cT25Fe0nTEWG940P1JHRljV1JhCVnKCLgeuo3AJLHMqdjJVIXcrPLFVdeocsuvVQbN27Mb8zBVHavRqw2YjvVdF946+236/oP36BjR4+p445T2yFYXx+O7FUo+kPW9+1cN23S1mZQAiy2zXRQMqd9O6p0s6l7VeUN6gHGTtW3i+Gq2Kb6JQdafeuKyHwifXtwbiU7OBY7mLnCLqiI4eRhAjbfBAOespfUwGCUN4NlGs37w1vDi5sTMWdEKPr6B4jfe6urKxxRrYHa7CvQtlaBVoFWgVaBVoFWgVaBoQIfGR+ADLcZ9mn/N2XkBrGjYTT5O33oEtPauMCZKc8v1g00w41Y4oGLzQ0129rpY4eHgLmG1t2rVTYezkvZi8kKaI5FOnHOMpAG3rGVo3pnzw3L7DPoMzWAXb/BOYKp6r1aV6lfURvHOGdFk83zU+ZA70Ndq7bPargsYNrM7bBMo4VYHIQ0TD8A5YNKAYE4gruUqV0Bries9TNsXX2IqZnb13iliplPOzM9DZGGh6ge5tyBG/bB0jLxOMCxYpqdcSFVUj+w7Lnod6WNPByAfTjbFkksTDSeGDFnsvJB1pp8y6EznzRvlEC/2Ma6udclNcbIxjX3r3HwnnhbWgVaBU7nCrTcWwVaBVoFnh4VcJ9h6rPp5j4AqZAblMq5RQl6kr+vvn1hYaRRFxr6WueTmQHVptBMIim6Z1pZ8f8/bYZVTnxYABfiNpobs7sapI3Mo4y6V/R55jM4BsmzaxrFVqSHgXWVvIJxlrXOaZEPcq688kpddNEztLi0pOngwGo9RZI5GXbs+HF94PrrdcONN2oyGcu5cYqCP+nkJYxwKnFJyUJ/nzK1KrZLZVSsAlN06NsNOIz3SsSFGcyHHajGYR16Z2Ommc3AheFKBPdPf1gT+EZFczVvSoGlngyDnVfTVE8ApoazjSexMG0KYcGcyXryfbujOEAtPJIFKaLufp1b3642WgVaBVoFWgVaBVoFagXaeooKdKfATw/YfZ+JxjL76X6v/WBtWQ0Nl6k4khnIrkg06PNWkvH68YYYlupW8JFcsujXkLD2SZMyoQGeZCxHK4UIBc4+UNgOcYCUI3JVJl9XTCo2Zao4vxJahEzI8ZIR5xEnyCzgLdWIQV7mCMiUh3cTvJtma2UfB+txxLyLdf7AKCT5TN81TbDltjTxSPC2w0EeIN7IJrdTLo5pZeFCBaeai/KciFCA15j1h9HlYTsio7WkNImi/H+R4FNlVEFGDgor+/j1MQ+F+INhmFIWVRNowRQKfCFWEdIKcnEQ2LpZBZZGgIEdVL0lhdKgl30vE2BOQlQ1kuNXXT1XvW8pY0kTpLSGZ2JsW9JGkBDlk/z6TMQwwDY/iZpZDFjaY9fhGWgGfNgdfzwea6V9J9lQkra3CrQKtAq0CrQKtAo8pRVwb1NEO6INfFF+YTSS+z23babhKOuTNwO5h7HsXsX7QMZnPY0lNGwFH/UdXpdQ5FrofybuC6E8F7QUIpQiJ9XxwczS4gYFu/ursJs8pgwCUTBPFyR/MODeKaLa1BUFk9CE7eMj14lMHhGdIv8QDFnwPrNkbqpjUCEVH8gu7Nz/pYsY4RJWQ+NlMtHWrVt09dVXadeu3RqNOq7qzh2bIQY7Uh+C+xBm/Tx86JD+5E//VHfeeacWeZ0iyBsnXIkHgwOQs6l9sRX0r8B1YsJMvQHXwt/glH07HzBVGc00f3gc8vWB9Qx7Y/jk+3ZlToSjOJWXBwnXqltjClDvrgHEHWZ1Ttd+kXDt742d3eQFXifp24WbY9kE3r5m/fr4NY6whGJuDlkMkC2CM2q+oAHNTduPea393puDG9sq0CrQKtAq0CrQKtAq0CqwrgLdOvn0F/vG0A2hWZP5JC/9DSNo4OFnkC1pVHkMmGEYpGxd0H6KRtota6G1L6kRw5pgB/CadmYiQB3MzS8PMkiK8GptpdrMr8VScxIocS+O6X2OnI3kO6Fc41vE85uETnMj08B0DhrSr5B183EsQxWCqVb5EFDPljJmLrWOXjFgq/Zeqz+26gdguvSK+sDBPcApW29UlaFANrGRrbnAzp/w+GGCg9LCe8ZBx7RxWhM19fbzG9+6/lGQ1zPNZAP7Wt85MYx8RgReTA3DPBTBMmDYmh3qYZ6D5ZjCbiIyw6bqWbkgE3R+FgV/hH3qWDooMPEdvcOqWG8Gigh1KJiqo3K4IZqvFIqUizcVeMh8T4Hedx+PJ/l7ns1j1ObpXoGWf6tAq0CrQKtAq8DTsAIRoY0bN2nT5k20coUupCZZ2GoPA9PPCHdx9FG9rN660M/YXtNhJJAiLYL+216136uW1gQWuHpNOzMRnDEpWlxc0GZy6migY6q1BVSbKJi5GdLqeKzVleX11hiRz/rLVJQ1SIGc8EfoZ8meTusikZqvofmB50y00Mfxr6vasX2HrrziSp19ztl5xtDTeSejxOaPmE8xIjThi+r333+//vr979fhQ0e0tLBQz+KciP4gEMcTgexvUo6qD3AliVGSc08tahxpXDFfLOMUc5jmtHepPsgd5Lzr66inrG8vfVy2OgHyJeaOExCn6XPliiEwQednIccAiHzk8TLt240Sh02FvZiBIqJ/jdUP+/dsbpZjGhcG1N4m2KgUKFw3v/dW2q+upShttgq0CrQKtApkBdrSKtAqcNIKuJ88qeK0AN0HmqLPdth7cdiCBtF8Nt22tzBPMROitzVi03nK5peWO1Ca2NI6SqiDS8wOEh+UQPJw2+wW2nxg5R2yHRSwOMsK8yY93sCo8PDgptd+PqG6ELAy61YcbDigiGsskefV1awkFLn65hX16ua/wPjhJdhlgT2wDfY64Xq8ykKr6UiVAw3OgwZFwrjzfCCxhIJnpfrIE/LgxoMdxsZMsH00JGa19CpFGIDsJ3bNj8KrqiTHmNes53HnDK8zzRDN6EA64YyKWK9+VD8jph5kiwhFdBI7CxMZkxAjMXYSTRl2fkacDO0trDIhFgX36AVkz4gqr07GGvMhiLFGrQKtAq0CrQKtAq0CrQJPSQXKuij0HUtLi/VXM7kFgYAwgqFL8ReTvQGsnVb3SNDPRM87/DwVnE3Wm2zm3X179H60U4bX9O2j0UhLS0tYdJBypB3Bw1IuWqPzryBaXl6ZgtUEB6wCIhV5GHFO5jWAVZhbA97E5glrP7NJyA6Z/HSpFv4p3nPOOVdXXHmltm/fXo+oKvjKBFsNEYoIsWgYEaGVlRXdfc89+tD11+vgoUP1p0cGgyFn3BIiVtYGGVdChfzHP8Hhe0ZvZBuTX1NjJsu4p8WwWDZF2AJCKDxnVT1yMqX27PAFPdspp9VlyLm3mkWhJGC2EVmrH4Pe+/RodJbnPYByRoTiVH17WrCQaLCtnxEzFJO1aqsg51fkvn1Ql2Tsas49+6T17VmTtrQKtAq0CrQKtAq0CrQKnKoC3akUpxXu7o8GkZlp9yK8ERMsXWXJ7wIzbypy45iEWBvaZNR7rGmXjRXUxQ7sGnasCm14YTcW0Vv66SKxNDY3JSMFswk2+WPg5JZKK05BmK7R+Dt9/LuGCaOBHMOhbBhdKCJgaZgTdPaW+5taRCtD1kORAiA6JuFCAyTGesxy5sU5uWOzduI/HwClfdiY5sgtOfMwOe2TjOS46mU21zgJc6ayhqlHyZ6rFRKSlB8ssXlGv2TNeR/0ZkazIKkXqOvgDY0/toI16ue1JC++q8mKzAfbOgdr5dEdWQSKgWDFy9KjlgayBWlwthHfCyMmONPnIFiV5A+enEfp7RP00WmYTELCKSLk4TDeTbagtNYiWtOTQZDph2vwbbYKtAq0CrQKtAq0CrQKPCUVcLsxF8jiwuIiHzZsoK3J7oRmKPLDiGpmDM4bPY/blCQgDHOdX2yWcogeRzmypzJnR+/0SoW+Pf3BIjAGq4cWuKLRAh/KbNggB5mP6Z7dpGHgykxpeWVZy8vLsg+XIfzgyT4YoXTna9HEYWkqxqxvtyt5cF9hL0ayhIFVQgagSEE4MNFPJkUXXrhbV1yxV1u3bnV4KJRm6MXI/tV3HmTUwDkjQsePH9dtt92mG2/cl3yEMyYfInFk2llKxgt6b0nTWDW47ZIQmfJrMclkbBiVswIuw3QZJV+KMMuSfTuvV2/GRVEgoJJju4C+ExBWVidqOMmL9SYcmFVPFKa9TJKPDucBGj2xTXHzM7IFZ/UF8b1wZYIzOUQIGsYT7dsjQhGRbnVNNhfDoYD36+Ed1jI5TCYTrlnvYbRRq0CrwEd9BVoBWgVaBVoFWgVOUgH3eyeBT0PopH3fDFxcWtKWM7fRIE643AxHYM7kgfM+tJe0uNjIbaY8rDMZ8G6qUc3ZonpUKeSmdYZWblgnNK5bt2zN34GM5QBn7zwv1FhTRG52TWlo5TzZzLL3NdSDTnYNPidgMn004GkheXL0jVBJwfSFEAqCQxVZC6UdwpppbQXWq60JYkRV51XyScOyjSGfX3iksY2pYGU/mww05IDK04kMqrrPOSTrQFWTq0XTVEiGhfMJBjPM9J5mnFIuVe+yTONUiBWkt/GWIUHNs50wE7cRD7HrlakbQA6LIPYgz+/AESFmonB9XbgNsSNRpd58BCtTkD9UGY9X+Xuy5jS10SrQKtAq0CrQKnB6VaBl+7SvAD3JaDTSxk2b1AWPJMjzOddOxKtpvYamBWjQeK+IQUtyWyMPS6Z53r2j5YGsNwV5+FdyLfHBTCnrrQZrdhubOLSQ99Gjx3Ts2DEFf9DWvssMNO1dbX8ywmbmEJZUw9hYNG/QqSYmE+eJ2yWXXKxLL71Mmzdvpo/ji+JTH5TwhaCF3bfy7rz9TS8YKyJ05MhRPvi4Ubfccmv+FEgosB6mv/BuPqaoY8wEpDq5ShHhFJhP7w4/zOF8DD25XxlUJ+ypcaA5jUVTQlMGideBdW6mN3lUo5RyqSZDjlUSdmJg29t4G0KaR3nyaaOnoG8fgkefiYvj12iKh1ITXkneH7xMOLf17WqjVaBVoFWgVaBVoFWgVeBxK8DTxuPanDYGbk7jhGyL6BG1uLCgDRs2uJdMCzfkybBE2MtED46czSbNrJEkeNsXdJbZMAShg0dVRVbz9gXuz7G1vSQ/NvgYN6uaG7ZfWFzSAvlZV62rgXk+g6jC/GqFZQ60vw9bY4feuEkog9NJ2B49YRCwdiKGUm8AHHv1I9VchslHjx5TdQAAEABJREFUEI7Q6+1jc9txKSqRXqm1znjuRizga3bwSWgmRITqG5FIhk1ELH6gyzgSJuphDSNl7IjOWsix5C5b9sX0sRb9cFdDBSKvRuAF4aBhWDRh4NnDifS8NEH0I2XGTRRgJiTipWYyrOL4OSMSqRpbSr6bchDLO/rhu8VSJMmpNzo7REfFcIzgLmB+jWxjss+MQHghMZtB89xUEYQNTYjl3x1d2OfNGt8q0CrQKtAq0CrQKtAq8FRWgA6F/nekrVu2KD9woN+p3/5vjU8KL0num5JhiZjH+x6LvsVoErztHcUyLtmHAbNbwofNPY/thh5Kivx1T2eecUbm5WPcTmpurI9heTKZ6PCRI9lDRTqEbzL1so37qoGsDJJjVhuYqQ5lkMe6CAKC0lCqgnyLQq/cjTpdvmePLrn4Ep51NmYeWKbeNkmB6OlLcUbVG5A6espDhw/rL/7iz3X3PXfjP8kT6lJtNCdERC9RvZBS4JLOZSgwJglzlIZh08wFEE/VftqZoHHdYJlKx4wnRiBSjaiebGB1mjdh4FnBOc7A33XfnvmS61Pdt6+7hq9SKQvrW4ciIl+r1rfX0rR1rgKNbRVoFWgVaBVoFWgVOKECfBX1BOy0A+j/pFB2xtmIwq6ZNoAiMKJJrTr4ygy9OlLFiu2ggugGXQ4++IGpH5jIZDHEn5AGmd5ew7BrIVghuWyQFfxRpRAPHiF/QTukxNQPyz1bN/wd1zkdXz4u/7i9/QjNQwQmOARkvU1B+glio16qh/QWOARPYYXkmFLKBGGfqI7Q8AcZI2bWGom95LNqSaFf0qDnhy0Gpu61DpX3Ws8KXgvnijQhYuaMI6xtTGGsl52zMRPpqvNiIclxbFjIHipS15P9oudt6nSNqVpSYnwlRYS4INRPfFzoAm62R7GHS8D2JvyRmakwEuEVMWfIf5JlqWcLTJr+hQzJQMbA16I8Br4mnfUy7LtHBC4mI2vJcQIo0sISQvLKM0cc7Bh+iD9+fFnebdGoVaBVoFXgdK1Ay7tVoFXg6VeBICUTWz9Dm/wByMYNyLU/iVhrgYI5w9wCATAr5r5M+BREOrCKD0ZgANmrYmIziwr+dCFW1cHR7se6bqQtW89QREePJfxQKPijHGtjKPHV1RUdO3pYnZWaDadgCkNekuh12el0lebwztmn2KwSiC9TBQmbaT+aTtaX/P+1bdi0SddcfY0uuugZ6vzNVBwY6RCqg8jM2qyCoB94w/4Q6N5779V7//AP5Q9BQh3e+DKVI5AF2dqkHJXjLsQrfACUxcJKpqqUR/gevez6GjP5Gp2ZKdU7+Z75jIDPyfp24DyqxuJ8zsMzrxQRRLMFm6fZvtBmDZmSz8X2JiIgM1EXIkoRxtWPyKqoH/VsgVVKOFihwoazYM1JxEmeOjnxqS+43y8h/9EJw3ECNNboLUkj8C6kjhju1/2r1yZ+bgJvs1WgVaBVoFWgVaBVoFXgo7UCj3fvtb3n41k/3fTh9tD0+IltWFrS0oalbJDpJU9woPVFty4WYpkaBz5IRYlY0tywbEJd9RbQu99lWzdtVSHrl8htcWlJEb0TqhmHcIrpnGXDgWxHaCY9NlqCm3+8nhgzPLH3agcTfE7HhvFmuPAgY97EIWjqTLmya9b0WYNUoeL9WtiZ1oQfVMxTC38wYyzJmBm/5v1h3gbixfMzky1g6116YT7NhOpSA/rhyjEqVtdCUUtl+3UmkRbaHvaWKp9nMtBTHzSwjvAqODECUs9rNohjzUAzhTT8JQ2DxMoSuWaWoQg0lomBWOcavtQHeMx88LSEAwMePOhH8CDJQ6z/55ftQaqWsa2tAq0CrQKtAq0CrQJPVQXcK5UTgm1Y2qBNmzb3+Lze9sD0KaxrpjWmebC2QoOx90L/I5mjxdH8MGa5sJgf9EsbnMumaU+JmmkrZRwNw049f+z4cR08eEgRA1jte3VuqfEyT9ZgyqRXLZXAHq9vx0TjySofHG3WVVdepfPOPU9yXBdAdVhMjr49dy/zenL1Tw7ceeedev/732+tuo4PfbKLTnHN4i/cZ57WO44FLLJvZ/eki/RWqddPXwBQ5zQQYZiWXGrujj4nfsy8TsrTxajym5mmUM+UE6xLr5G4ptaMVPk805wmKh/iD06BaBKyTjYyjlJb7TQd076dOILct/PiTvUReFDDsua1maopSBEWygWGmexQS/9/aCI6+QMQf/jkvr2UPEX9aFurQKtAq0CrQKtAq0CrQKvAugoMPdo6+PQSSyk0izXnaZNYRZprGPTRhfxrptyAIsq9JxqLScmndZFjZEAM/TVi6yqIBsxy6QMUhCQMvSPOzTkE11QMO0JqWRZGCxp19aVARPM4EyM3u35wcTjEmjlMpseumjB3c4NvYCBr8EK0beEpCxaQxxbuIIZxHPsIAER3FDYLMyLMzGiNMLM5GceBzNR4z/OQfHxEH8eglT4UyKwhzKZHAsN7BbUBW4Cw5QxWE5smxPEDw6Cu5kV5nA00WCq5YB3OK8G7AQLyRMBPjGJisQGsTdiY5sDhvA5x7GwNcM41Z6NwmLRH652U81kn399gmjlY4iVKq+RnC9j0QKN+XXuyCBXH4TwmkhT+A9ZB4gFqZXlZhT0i1EarwOlbgZZ5q0CrQKtAq8DTsQLZU84ltriwqO3bttMLj+g/3Gb5i7n0M26EsHNbM7Qk5k3AaKtN7VYKPZPJGihBLwWBmH0AS5XWZ4ENvc9ZZ52Vv44LKf2GpfoMEjsAkxykI0eO6PjRo4qYnYfFmmnbATCftPaaqS5crmZWiFcSC0Wmg0plMtHqeKydO8/S1VdfLedrHyeCVdrbeMB6oG42IMeIyP9fyW233aZ9+/ZrTLwIK+t59pfPVB08Kjh8FTBxHhbW9O0AFcfAvAmWOY3kE2KQUAQ2McjJayqdsm+XpjbqR+ROr0tMswXAZENYrlPMsqN1kqlUxeRhq2Im72mTFICZlYXJElVJdnYYe5nkAYOZsvaW5wjVSfBEycv7YMw9OMiIyWjuBGb6WN7nkR9+dB22vB9WllcydoQt1EarQKtAq0CrQKvAR2kF2rVbBR67AvWr7o9t8/TVuvNcl52bRNMAuxUsNISj0Uj+rq5SW9tsFKcNKkbMvqlUbUSnQcyYwJmOlc8rdMdTdJ4xnoRxTiuLSKFSYhzhvbBg6+9884cgIf8BYwKTY2+HvIbjAe04X6T2hyD5UMLiu/hulSSf58URTepHwbc4uGV229eDisKY6+MnGvjSE9v88bZIkj1KsNKAJ2IPnTjmYI7EsuBTpnZTLgQ+gZyVY4pzATFwSj2CXjT/gHC2NIehcmDuPe/oIgwyu+38QDXVAzAtEokIJGe/jOk6kal/d3AaWJfMsOCZSRX5J1UIn2UctJIR9aM4eCVi9iDbvA0iE0vWudkD3pzbVJN3q/6JVzbVhbNLcsMyVE5oJNlXdgjWkIct8jv/eD1XVvgAhAcq441aBVoFWgVaBVoFWgVaBZ6aCtSeYz7W0MOcceY2PnhYoi+hC6OJYfZm5oxVMphtDIyjuRXLBsxmYDRbrFOBris0MTLfx1ltZ7Q+v1IaaceOHYqOxyP00ROaOu03EAjq/JWhjz7yiNKnP8MmmRM2HEFKiVjCnnsMfTvJI6VJhKMF969kY8IRhs7VDEDNs+iC887XFXv3avu2bfIHIqhy+hSTUjrZQmzOOXzosPbfdJNuvfVWPvxYlfu/tB6cc3dmkn9FljJDW6RiKtGMk+8Esm1gANFHwliVOIhFZPsGvrY1ZJm9N/DdRG4aZHZb1PPJYKgBLp6BoX2SHPXvuG+vx4ePXkPOUc57QCeVMe7cqsRqGxNs4nOhilwXFNNZZZuYlH5wwy547hzRyXll325m6t+YVoFWgVaBVoFWgVaBVoFWgfUVoMNfD51OcplLtuf7bU5B0y0tLCxq44aNNIp9Z2qDoUmHTzZ9acyDRhsCrjMbTitNQPNNZg/Rh+KErp9ubisBDDaw05kYZxFrw4YNWlxarCrjYJo/PzUzoPDgNF5d1YQvUju1wNiUZiRizGdz2QqxRgQrKTo+Nj4igemCPnVTIBnbmVJIk5pzyqmYkxNcu+Ai0pNHmnO2efWgj3TtvYuHF3E3VUNMOoicZeIc9pwYDyawGXF4VXmWrJE52A9Ngx1i4ta7NoFk3/QLqQuBKEf1KVUmH9fbjyKYpH7Yq4DU19Zy9TVXCW2Ng2ierc5S7yR8mRXrV9uZejE3n49Lz0s88iQ/5J9CLuGQCngTG7Pk34GZDORDTbA2xgKOU3gNlpdXeBkK8uk9W/atAq0CrQKtAq0CrQJPowqsaZJmfYbhTZs26ayzzxYNiLKxm6k1HW4YLQwNTdrQHyIPKqtL9jdWmkB8AFvOHhrOwDXbTv8UxI6zztLWLWdw/mA0x86gDOMlIrR8/Ljuf+A+BY2ke7KpWTiyraAEWZiGg8bLhIY0ioy5N+U0Q0kRkXtNvWhCP2pg94UX6rI9e7Rly9Z5c6t6KnmfFAiBhFxS7Ij58MMP6wMf+IDuvuuuxCPo/dCmBTwuEovl4WwxOjCSZRIRnpXzsXJe1VDCX6lDlZaqA7PBBBaN8kMpK92X4yL7zfr2YnFKrk0gOUZ+Y1JImY/qMC6ihkXyeSr6dscyOWRS8Qks3JGZ0LDUCg7SsGeFUnCcJ9q329YnuS7pPCx5KM9FllNpy9Ck79tdI6satQq0CrQKfDRXoN29VaBVoFXgsSrQd1KPZfI017nrpR/NLN0LmkE2bNbknnFhNNLGjZto9uvjSep7+2waaZjdcOJKiy0oVNAXO9sYYsojIhR8+EAwRHtATAR5q3Y0vhaIVKDs9AsxC6ekQQG1XLS0cYNGo6E1VuLyCC/EIapXS0I7xv/gowd0+OBBHgA6RQeKbf5PA9HnfTQ7x7IfnHBTYDfsfngwFdtyxgTFQPbJ+4Gh7mfgH8nbJxkvQEwicKblkxEOPjvClmsNMm/OKdRnIteBC2FSaOpNjhoRCjAfMtRiYgHMuD2MG/NuLIL6ores6i0gyFr1w9rCA4TFUP0DXyDiBzkZK2iMrKfUlZKl6pe1JqWKPtesScEa4Gx+SCv4WzQMyqlexYlGxfAeVMb3wQlNIS9zsPIIGJ9hPim8BmiBzFcq3lgKNHdQjU29V/hgbdk/AZIGNm7UKtAq0CrQKtAq0CpwGlXg6Zuqew+34aY1WRZ19ME7+QBkdTKW+xl3MKLXcQ9oyrYkqpN7p6HnckjDIXqkwBLnWV9Z7SNCj9W322p1dUXnnHMeeYxqT+jAeT4xzduoJ7o+mSweOPCoVo4vK4Izwog1lSwJrLjZnlgqiKGgaQ1E5xkg7gMRuVJhw5fLzvft5v3TxpddcrH2XHpZPs9gyKNFmVLJjPBnWleJ6BHiCCh03/3366/+6q/06MEDio5+OwJ/zUb6Yo+De1Kn3WFjg3xMMgN15Mdx5Gt/4ogLgRf6SBMVU0QowAxZp78AABAASURBVGxn2ax7dO/G7WHZ5NyNCR+n4PBSIgKCKm+dY9ne+YSGPzKcS/CaGS3oAE6YqeMAJj4FvYltmIMYqMFSDFZk38XvvYKzRcOYVEPOCyhldvMd+yAX8iKKBsh6303DSCGQSpqkmBILs5RhYccsXxfA1ZUVLUPOCU2brQKtAq0CrQKtAq0CrQKtAqeoQHcK/PSAsxmkC8wukd3yXOb0hb1U+ICh/wBkTJ9KExqBvTvZpGq21r3UBnQaJLTGJYXqV1e345WL3GarTTmSBwVsSirzVGMTHj02bNhIfgso0LN6ZlONLdNiUmpRjMer8v9w0akVIrnpzT2tpHoyuw+2BJC2LEwlTGDzuIuKZG6JI0k4mLDRMKy0A1ikDgZdXYlgHfL8tM6UZ8S8Zh1vI1PCE9apAF/ncD/XrHC+94ybC1ril2rKiqDASkkF46wRBgVSDnzwDXS8BHn/QRXoI3KVA9gSA+ZgIS5cyXHhpnLvZbdKBtKgXyKj9UJ1mwpmhiM436mJXX0Mq3C3VZJh01SAqbJXk3w1UMlh7C8PVJbV7wETfOFhzId6fogajydr72qfRq0CrQKtAq0CrQKtAq0CT0UFhiZkLpb7qTO3bdOu3RdpPKZZj15JM1SgCAPuZExVN+MsF7oZyR8qKEdojUsKqeiXWT9W6H/OP+/8/P9pBFqbFnbnVMzA50yl5E2MVfrx++67T6NuxLkAtp2j6s85fLXeMG0nE5mgrPD4MId4EeYg5uA7picb0aNdc/Uzdckll2lh0T8xTp+GN2Z4e5qD8hDLkGNxDmaaEOOWm2/WX/7lX+YXy7uuE40es0zvgodN6RvJzH6EMzYlY72QbOkFPAg2CNOdKBmPl4495F3p4wXtmvgWIj9GMZcWHMIkR/XDKKwD8aiQ9UH0tE9ErvKFiE5KrA6gftgdsp+RVCH3XnarZMAGA9F4YzZIeYU1Jiidkp3rjpZpB1TkYa6SYVNKPVM3ryZlNVPPkv7snp3VkK8ZPgxglQ8Ll1dX8+/LcC/bNmoV+OitQLt5q0CrQKtAq0CrwKkrQAd8auXTXpNdYMylOd8qVtgNrqkbjbRpy+Z8cBiaxHlPW2c4mkrbp42ZbHXRzhkPp8xB1coK07x5b+R4vWrWzAP4f/y4ZcsWjcgvj8MXmLXOdDcwRysrqzp27Jgi0ILbLwkXRNVkEOamTefEKetHqMGeaBpoamDGIAc4tmk4oPJI6NIRW5uyTWdxcB4epsApGUfjicb2STZ0NBM8auZUAwJvxNxA62TnlZCXgbDlQZSVlGvsXOfU1gltEkoml0Sas0k2F6VueGoLP/2kgzKC+uFUIqyINTjPL8hRY3Cj3pz3CMGBUSaExO7VYJFDmYsCbIHdZ7DJOCjR5qVQxBxhEBECVPgP/JgHqVUepPxeVRutAq0CrQKtAqdnBVrWrQJP2woEmUFMGHof9ynJ5RLR6YILdtGrL9Q+CHTeYnADrhMgxBfXMcrexY0Q3U8qI9dcUOc+B1UrKyD34Of73IVFcACsHapyCCfMUETI/y8N/1RF0MzZ1mTT7M0sQEMcWKu4MxNhTceLXJVza0gTPpjZuHGjrrnmGp1/wQWpLMWeyQqTKVWkX63wwYhHjx7V/n37tG//fu4mRaBE5yPhND/cs5v8aY71Aw02lgdeGc25GDVZ44gmeCBmWiHlzNjJ9Qt59FzdLJtSmvOe9u1SRh9U3jUMa6A6M73p64CJTaehkcNPwGmbC4hq7D5j28u1UvBH08FLDR8Zv19yKw4OvMa4j8U7VA6Vage2wG4XNhl3ENcnUoo8IyIU0ZPqLuSO5CNCQ9+u/hyc2mwVaBVoFWgVaBVoFWgVaBU4RQXc/p1C9fSHCw8Bxd3jkKq7yF4eoGEPmsUztp4hf3cZT1XAtJnY2gVBtJVstKjGoGpTW0p/SIB1tpfejc787Iaft54IlrY1Jh6Oh26Y9Kw24YiJtmzdqjPPPFOjboTaUSvh1ctK29BsrKys6AgPNEEXPjT3PiKw9He++Wvwrosxe4WXzCiZXAqOfmxJGIPAd+Ctq1mkKXkWVCAOCNnPiOtQSfaWB1bY9ii2HGO4YsjOK4FhAZOoMHvqwgqiI3OwhSQQ9sIzGUS0NPOCne9cz+F1QHYck3+dV/XDtc/QuG3t6tfBGsG4lvXeJSGfbdsqhfxHrIn7QQxFiNFxQjJSBOfDk4LNyFJTEsPn1r9wwY0lTCGvEozEEhFelYMzck9M4GKU3J0bgpS60PywLhEWZq+yX6jD3j5JkqyPiMTLeCJ/uKY2WgVaBVoFWgVaBVoFWgX+DipQhphmkrxU0P3L1jPO0MWXXFb7EjdUVcVKv4U8WAcdjMk+pmy80kr0WNj2/MDN/FDQ9wyy+6LdF16k7dt3EBEdk2NYTzLtBDE1GRc99OCD6jr1vZ7RkjECV/9iKLapbKwAuBfsHdBF9rXr+3brC88427dv19VXX52/mmuCXO9CECaerHUad+wqseYFig4cOKgb+fDjlttvd0hxbSvneHLHtvTkfpq2Fhtw1gn4mA9h2JACGubfvG/3GZWIRULD2d593uwe9TzjrpklzHGSooukU/btFBQLScFFqA59+xCDguf9xYiI5H2/JLCCT2G3wrXg5UWqdkRDy8qESTwiYAOemY7sYKzgXivoe1gSulAkOyzWJZKL0ZIWwdpxV+HDlaxQsEaERtBktfbtzj3CGn3Uj1aAVoFWgVaBVoFWgVaBVoFTVaD2dafSPs3x1dUxzzuF5taJsrv3M1nsaegH3Sxv3LRJmzZtwR5bd7ZW0jXSF/dxjCuby2HVMFCVNOTL//gYBvKW8TpiuTk1DaHlR7Dethqy9h247dzwbtywUZs2b1J0j/FScCfbh3eCLx8/pqNHDkvhx6uS+U69gya9iIExtj5jIMCcTskYl0a2HURe6cYCmzFRMgG8skVgB19XmJyx1tbBOVdJaVCPSRzZuwk2FfCZi2VH4qIchTcPLKzVxsp6L+ssOb4fTIbTq/W8tvLTutiJl87xJoDW+tzq52hFgd4kXmfSAjQGyEOn3YWfU0ye3Pzg5fOjAkYq4VzjFtneZbMNko8XgYEtmVtLKPuJhydUncyE/NqkAUFrBKT+PDjiShGhHN5MKcwWQ6FIwGtEqBt1Wh2P83/m6bgR1qiNVoFWgdOvAi3jVoFWgVaBp2UFCl1SJkZrld3PSVoN99Pnnnuezj733PwOd5uYqj2cex4aFfdwtT/SXEej2bAd/Zzcw8FbgZs3QpX0maA7kw8Zzjvv/PypExTKuNWqrhyZzLAjRISOHj2iBx643xI0m8UsthNOwExszETz9oUVdbaUYhSManpG0ZKTczjn7HO0d+9e7dixs+ZUjfCwHRtxalQRv5JyFEWEHnjwYX34hg/rnnvu0ajrwFLJEgpWgnJdzss4dU+YxUc5h7ThA5DcsRv8rMeMCVLoz+FqhJIxMQUBtwhXZ5H79spjhpF95mXznRcTvjxGYVj0pPv2dCQI6dXLEobz3EQHQKDyLGBJXCh3ZNSifLKNU0CFaXLs3InV2IAg9hMPT6jWy0z4yNRHVN8UHMBnIYQJHZvyUAPJqA4OMhQ9FqA2j9GIvn01+3agNlsFWgVaBVoFWgVaBT56K9Bu/gQrMO0zn6D908psZWVZk4l/TzDd4ZrMZrJ7zEHauGmjNm/dIj/wyA27lfi5JXXjO0H2F7XdY7q5lBmc84vO6PI7loxVpQr8RG6qof4BIR8Y0GTzm3ZuVTFiFj/U8DDGhgMTZvOmzTLNrERU5SisJoFYb77gf+TIER0+dDAfnkqeoRy2IaoMmSRuRt4TfJQjI5Ca9wRYzJtg+2nJtTCZL8QRAQuxXAMCVMvCBubNtr42CNPnOpNKACdO/BK0sykF21sIH6cAM7GhKHNyGaC6ozHi18lksIB517D7PIJFsJCoX++iOgoPSq5rlTgKptgsfc1wH3yAJfyjA+v/5qSfA/WERuE/2GGs6QhzGDkPb9gUyLBNc7cJVM82Qy7Yu+6F84shG3uHcqL3bn/vhExL23YWTNFJ6WcUVlgzQRUR6pJ4kOp/tdr09VUbrQKtAq0CrQKtAq0CrQJPTQVoPQhEL+JmzcJAdC4ocrqvXlxa0oUXXaSzzj5bE/f51tAcuR8yS3eER5F7zyfat3MqPkHHZ29oPNYZW7fqGc+4OL8RKXsf+iHJSakfePV9Fs49hi89/8MPP6Sjx44qIuR+Sgza+gxTwNx6FTvhn3mzu4e2DtOc9aRCDCVhIvfs559/vi67bI/OOOMMcVpPbDlLrvOLkTwD0Pvd99yr6z98vR55+OH88COTQud0zNvejwbeQ/VPno2NMTaOnXLwE76Qj8y0f8ZJI1QpECNEpEryICBQYoMVEJrAwyRiVsqwvSWI6gAlQAQLHq4lSKoKr2LxBVJydMhm8lKp4JMh8Y8OjBfJ/n6NrBoIDWahiCCaic0zWTyctDf1OaOzqdUmRJUpQx7Y+zXw+bihq8qJDU3ovU0J9WDb+Z2UwTkLnGicGkks1qrjLhFYQivLKzp+/Lh8zjReY1oFWgVaBVoFWgVaBVoFWgVOWgHawZPipwV4lA8CxuNVcg3oMaY7Q2jD0gZt27ZNHU2jm1P1IxQ9p2zGZ50kTlMhFDE0pKrDTWyaeHGbWmGvRuoZcGnHbsVAiJ1C27dv08aNGzkFoNdNOTNQNsbsVk946Drw6AGZIoJDU5v+fhCEmbtDkU0isLMz5FRksSDkRIA3HqlIUNNmPsXeQOwp+9jZuVSFM6PXeJ/Z9eApNmzJrfTnOmIkX9LecTmJZ60qe7VNwaZg4Yde39l1dv4CV8YTwxbyIxJ8P0PyvSJgBFWTBAO5xjYY6VBjJosWs3nAZmJJU3bz1ZQVmWmVH3a9Fx9s4mzLJgyrF7bJJxh5luWBGRDnZ9zmAZNEvKmd+cQDyFYIzEgKMCoKzExEtufvQvhhClpeXeFh/ti03hi1eTpWoOXcKtAq0CrQKtAq8DSsQKHroROhoSI5NyPFy8DP7bCbN2/VpZfu0ZlnbtMq/Yl7PeCckWtd/FkKYauQTB9ToQhOi6rKzeehnvDssLRhgy67fG8+F1gH3Pc/yeHknW3NLLLtkcOHdd9995HXOO9SbMPiHNkyTn6BHqE/Mu1shpIsS5J7WOdvApCfaZ7xjIu0Z88ebd68Oc1PtRCaXJxNtXAvt8q9brnttvzJj6NHjqob+UnDR3MeibByTMHPJHb1o8ztlR8iR8BBRishT60LMSyXRKg2O6dwFgxn9WdjlTIX9Z2zTumCL7Gts6X3SXqZg1DX1hmmjwGKaSD5NM5K+6hwf64FIz7HfFKex0IOBACCZ60Tnmmfv3Hfns41WpCdOWdXdyUSkiJYmWJEVCbkPySQdxGSyVjIn/NYY0Rdx9YpOm+hoW/3e0pttAq0CrQKtAp89Fag3bxVoFXgCVWAFuoJ2T0tjfzdVyvLy9koZs+sKzPBAAAQAElEQVRYO8Saq/lshJOhNyxaXFySf6R80+YtyNPvxZna11azF3GrjSvNZ4XyiJ7FH4NEvPeoWSiPNdTzbJbWUCkTLW3ckD/iv0ReflCyn8mGa3x6wfmt8BD40EMPcufADAXTjbxzHQgFmaXCLLbeAsw+0ExlBXhu/Z0qn2+MwNZi2ju6TzKwllLNRw3zaO85haayY5r6rLylSBZTG3tRCL9CJsdH5PAhByOyq+ZHfiCSQQofyFSNH5wK7ECwJ8x8FppDbUs6IMmxMx0X0Xn4YQSkTuOVkxPCRNNhY4R+qyGRbWe34RUxNPMr09yNm6qt7MZrpBzGErBUvKwnLDjYZ0w1tdDphlbFMkzw4Ydtlvm7dPToUbONWgVaBVoFWgVaBVoFWgX+jipA40KPIrY8oNCMmDdmMHfJ/z+Qa551rXbtvgizIn8T0FSNfdDRBBpPuxQrwdw7JualJ/uWMlaZjLVj51l6znOfr+3bd6QHoXqrx9qqlT9kuO+++/Xoo4+mcT2XFjUlL2ThRhHzQWe0Whi0hA0n1xUNho571VVX6fLLL9fS0gaMfLOBEPtZuF8ZePzM2uoYH3jccMMN2rdvn1aWVxQ0twW9iaN8iMybJuDiOUS5oyKIY1iXsb30r0luKBNiceuIOa4I+KeP98lEjjuG9z6hBoUzkmcv4IOfeRMemhDbGZCu1fJ5Zoguk/kpGYAG2wEHcohBrLvjovCxpFIxr8aHHR4TS5VsDNdvs/OxY8o9tXdMZjq4zGcukG0Gsq3JMgHM9rkmUmWvLiwH+wOYFHMJXAqkJDFcnwgywdZ9+7Fjx0DbbBVoFWgVaBVoFWgVaBVoFXi8CuTXuR/P6Omqf+Shh3T06DH5w4M1ORZLLDSI5uhN2Yo65G3bt+evwXLjLZpHkx9AsrO0XJm0Hxpm3DIEETGvTWfl8cTHPA51IgAljzb3uqDIKJbQYLRhw8b83b7h7+jRbNgypch1ujjnY9z34Ucelr+ry+GcW+69kzfbkSgNdqlfTCeOH4TYMhZHVzXSBOdKNi88vAAWZRWG2GhUiZUgbr5xqzGwdTylh/qBEVxdYZiYsa6fBa9CUGiqgndAtjwDvMA4lsmH+n4mywMZ90OWcczTi8DcvwbKNeMSzTtG+YEJlrazHshh2Ap5SRGOLsmbSVjat5gx0P/1MbuGLNjIdlBOzvUTklUO6DjgKcIzOZf4rFjawoJKn0MkEspNqGDFEb6vCYhpQOxM+5kGB0OQ/w4McIfOMnD+nm0/SC3z0DyLZ02jVoFWgVaBVoFWgVaBVoG/fQXcujjK0POIPkQ56F/c1GSDApAGdEN84dw/qXEFHww881nP1rYzt2lxcZFedZJU+KK7TemK8C5g+DIdxhHdF47HRePxWKOFBT5QOVOX7blczyLWpk2b6PmwYuKMl6cF7ybzpoGvpzzCBx/33XsPwkw35fqDfc8BM+/2z1F8jk1y7w0m3HGB3K65+hpddOFFVMQeRe7b04fFd0wyj3NJcgpF/qDh4IGDuuHGG3T33fdocWFRCwujJN+5W1zQCFowPoIfiDOtH2E7AlsYjfBdkPfEFkdaQLeAzvoR9osp9/gCtknI+C7A2ybPWlzIWItgC/iM0JsW2Y1VGmm0MJJCXATiTmb8AYD70ILsnReJWTAAwXYCbjsjZl0Xy6gU4RVTbybYGsOMgQ6GaZateE/ykhEdCo2nzwOzSiz1IHPYoEPFxBCeRLAAZ/Y5RFryzIiFZ56FQ80HBh+sc1ov+5kUKXox13Uhw0kKdVBEtL5dbbQKtArMVaCxrQKtAq0CrQJPoALdE7B52prcc/ddOnjwAC2kG8k+zTlWaBKNXJGKtmzdqm1z3/Fl82xGbYJd8oB9n1ubbn8SkgCKjIIxMuZuQyFVqgACzfBUnyJx1I+qm/DQtn3bdp3p3++LrQPQz1abekymb7aCrAiHDh7U/ffcq+g6MqmYj4Xji/1K4gTlwN73qWQEAK/AwWQkCTgfOMB9qP0n5GQ/62Fr/mYAXA42+c0ztPbFFzBI/KlfyuuWgmzCLufEJ/pgk3n0fayKSBGcgjDxruAPmLAlDtNhFFFxUCnEwIc1U8YINZIxCJnnTUyjrxeqNJQiQh2EUknY+oBerQAlAmvBt7BXRH6y4S4yNBijHaZD2rLKNhqiSBGhkIgHwYVcWcEp/4eRk5Ac2kBEsEGE8JGyDFVr5fGaGwGfxIKLBntEOYOuC3XdKL9bcGVlVYBqo1WgVaBVoFWgVeD0q0DL+OlegfF4IveX871Goal035k9iruYbFC80NMATmjY3FfuPPtsPeu65+jyK6/Shc+4WGefc25+Q1NEaHVlRWN6mPHqqvzrslaXl+Vfc+VfMev/j8juC5+hPZfv5YOPa3URvl3XyY1tnuJPJ0w+eyig+zjOriLZITuHY0eO6a477tDhw4cVI2JkAKy4g+PBZZSZKxy+a3CgwY1iaMvmLbqSD3guuOACQszOqm4YEzFwMDkOLLnD2QDBH+4cOXY0/38p1zzzGl155ZW68oordQV05RVXyPIVxqCroKsh71dSxyuxuSqp2l0FdjVkfaWrZL19TFddWe2c79VXX6Wrr75aV0FX8+HN1VddrWt6Svwa666R8WdiYzJvnemaa67RM7G/4LxzFfSi4k2Rt/UiKYLLKXx76sKVJ2IRSG4s1TAiFBECqGQY4m2DLFnjKNbXvSKiiY4+Zh6gtcMhbTlDqzehFREKFPm2gYsn2bcLf8kRnJXqcGAwoyZYJQQTkQhcUUetur5vX+U936tqjLa2CrQKtAq0CrQKtAq0CrQKnLICdO+n1D3tFQ8/9IAeeOABHnLGa3OtHWPtKgfebSP8ho0btHv3bi0sLNLvAsx5WjKlI70mM7V+6KkkoijVgqN3ZuNhhRbVfn4WAZab0fQFyAc772mAueqw/sILL9LGjXPfgWaVFd7nyK4WC938gw8+qAN86JOHAFo36Xc2qV84UplfL+eWoD2Q+nO8mUBo3yO/CC9MfKv+ogorHQycolV5ukbP2WhGNp1JPZegF5MxTnFOZpMi1yGgrfxwkR/OZFJGyMqbqVpbA1fyw4IOvI/iVBUREGpmzBFsBvLjDCaSlerHfE4oU0Xc1Frgbw0wIiCz5lhFgsLMTQx9hhG7KusIxzRWOIsQwkyGTMXcHGDMZHuTVd477AbccYwlJVhgk2FnDmI6V7yYj06j0Uj+yY98kMK0zVaBVoFWgVaBVoFWgVaBp7oC999/n+Z/ZQ9dYD3CPYo576ZsU3IxmuQ+x/3K2XwQctlle7R37xXae8VVupIvvl959TO1lw8RruAL6nuvvFpXXPlMcIgv5l+xd2/+PzXOP/8C+adJCr20z/UxJtFLaRgG8sMMujnzJnQRwYcsq7rrzjv10AMPatTRgaGbZuheDlnKJb9ppXI4M82bYNNiAmPZ3wx11llnaceOHRJn6ISBFbFPgKdA8Dwz0nnnnqtdu3ZrFx+iJO3aBW+6gB3i7v6AZZfxgS5Av+sCVZy9xy/o913oL4B2YZMxiT3odg827OZ32wZ+l3d8dmObGPuuxHdpN/vu3bu0ayDL0Fnbtqvj7tw0yxcR01IE9xwIlmeUopRzMdLTXI0iIm16jVLo2ELEL5CIUylfjLpoOtIfOwC7qLBaZAPi2cLvHgkzGTIhMeGYBvtNHsl7QehQ9qxqFEDPBAtaC3Nk3AcNGvigb+94/y3zId8qH/jNWTf2o7kC7e6tAq0CrQKtAq0CrQKPW4HucS2exgaLGzbq3nvu1nGaQNEUupksNMHuVYe0ixkW42bdNJ5PQ+5fPzVg7i/Nm9wZY25TmlMkhCJbRDbMZVIfW8LaUvXJwiMxYZgOUJxIwJnYCniliaIbaffuC+V8UOW0zrFSYMGcdZiR/7O7u+6+S/5/mThk6nmQs4998/4I1oWX3tVfoAcmNwBw39P2Fcsokh0wdMqOU3XCxxI26IQvCHVAxsCrZVsoH/csaTDTmjEY92Ceb564WUvHA6y51YgCq2TDnrDpOTnX5MFchuRZkgfryJeNh5WeIceC0qmAZJ5Vb8RkZ84221PNTWkrDxyZ5lQSxZ47sIIVyFp2byYQJHKASXv2HoebmwNo60m9NqzztZG1/svqfIBVeL28W+fg1pkH9pZknwivKeYyFWG6nkb5Achx+f8vk0ZtaRVoFWgVOA0r0FJuFWgVeHpX4K47btddd9yZv5LKLZH7mOzD+lalynRUMMUKjKwCmV6s4tLihg0688xtOsdf/N+9W7svvDD76l3wuy7czRf2d2n79h186LFREURx/0dMpjw4gs2raY7FVCZDVhU6L5zuvvtu3UH+9Xwy4nmg8hhGp8FHDH/jjindkT0d0rLIQzCEZIOx0huAN4trCEefg7rvDXsr7jT8mqwJH9r4+WQynmhMXuPJWP7JmQlOE2TrTOYroU+bQg4TTfCfYGeat0PBtH6Sced1tp2Mx/la+swqT7jeGJqkn+1NqSO+7VImT+dqnhSx58YwXElsUF4acAIPwYGwUgKu73rApYyBZxXRVUazlwNHZsIl0SL/ClxWJdhjuaVhRZ2HEpSGTWtGbyxHGvp2+OqYLrwr8ADzyuUKuyePDao6CVjzI6KPi3EEvMkG7MH7zDRaGOn48da3uyyNWgVaBVoFWgVaBVoFPnor8GRvPvRfT9bvaWG/sLioW2+5SQcOPEI+dIo5WapESwozN7NhRr1t2/b8HcD+UXkbAVUrMyaFEqefNUPP2TeqtYmtxqxuck2wtrOrLXyOn2/UxxHDMWzDM4ZWllfzR/F3nrXTx0wJszWTLBzBbpwfOnjgoPbv26eFxYVq15892NXzq2pYByxzsmEqQNPX2SZQP9QAzsMGO2RmNZhbE+tt/HDVh6oWPZ6CDU2+YeIp1AcVDKqUCjBLpqkChgnErHVArHXMLNNnuIFzsJ2p1/abLYyy+/X075NCZDorIs44ipAyj7q9jhComch19UMLAmdjOkyrfA2Sy41svQ/q6U6Sjj3IJ7VJZSFCSU754E0eVSLFHu9lbxyriFD9Y2RGaY1OUPDglJqejwj5QxB/AHKMByl/N1lEqI1WgVaBVoFWgVaBVoFWgae6AmOa49tvv0V3332Xwj0JTQrdWR7jvRIi/RIqGPof+iD3Qil4mSnoxfCgsXaPK/AJvHe8xFfgqz5joZz3NV8Nk0s2TeiBcpeGdsjiAw88qJtu2k9IvhiPidtJ4+knsaVEjyao8pobQywSSpQQMtnS5AiWrawyCHlbnpE13LcH/AELB1dpcK7SSVZ8exvXyqFBsPPaK5AyniH4ac7wPZRqxDodpHIkm1PDpQZ7MRzdZGwg4HSYyQXXkphrVG/J6kL/rfp28XpIIg7RYfppwUlxydw43XuvnW3c8cn17UQhNm7TGPk6TaWewSzyTK89hjxwcl4mhfIC5vn7wqZRF8q+/RgfgOSvwMJGUhutAq0CrQKt8fHVpwAAEABJREFUAq0CrQKtAq0Cj12B0/oDkIjQsePHdMcdd7hfnt60toK1A13fePLslT9Bcfney3Xs2GH83GBjS5PZES+7ezpXplAqIlSbX9twREDMlMybeplIPBzh5kabAJYdQzyQFah+WDDR0WPH5N+7u7i4hDojEWE2jZimiM/glbrj9tt19MjhCs8bWA9FsKR22MmFC2UeQKTEeWmQi2XU8Fgg+KGoykDJ+JCiCJxNwJh5FUjuxSsgV06PugBOJxbM6cHYOqtKdc1ze/satxfY/NybMR0DJmUbESf92DGTqI+TMsZtsEw0j7VrmTpWfO0aiKa6RQShHAWZmTEdxFHZLfs9EdbxuhYwkUBEsEpsivwjLmhlwNRpCbAKaYiOacwpVj1qY0lerO2p80XF81DhBNXhOObSNMAhY2GwUkSAE4NkAwhR0YW6UcgPU0eOHJE/AFEbrQKnbQVa4q0CrQKtAq0CT+cKRIS/Fq0PX/8h3UnvTleSvYn7ksy7iP5G00HLYpO0qaB7M4jeyzLhUp/tGb7ejU3jpZGXapaB5pR28YcmPsc8kafGFSu677779KEPfVDu4zv6plmv5kChwc69YQp9Ao6XMgbMPoEafpqHQzjpKWC9PYscxn4mo6YpXwjXU7pbmQwgeyhATGyG2Oqc3nAQa6AqwTM5pEwmpG5bd/eDcm7HZpD6U/JEY64PKRAopXkWjGQGX9pZJPQ+x2T73gS2ZKAhOsCaadwEyBYRnD8fA97B/W5jR0p9YF547xQwRSdeTpGGAkXIf2yQSpg6LZFVFdIwhKmMOUXrQZSYGdtIPpm7SaXzCeJ9XdJEHmkH4x00TNHL3mHVx3EQQxaDhDtohHCY50H/FIhNnyyVMtbK8nGeg49N6fjyisbU5snG+j9mz4s24X3p/+eNaXXlOM/Eh/TIIwd1bHXsMv0fS6Ud1CrQKtAq0CrwdKlAy6NV4MlVoHZlT87naWNNL6TRaEH7P3y9jtEIRmSLmE37rBMyJnk10YrKP3Z97nkX6LrnvjB/hDiVtKpF1sqfVyTnJtNx/KGJzzJhhm6YjsjDTxoV+X+mZ2nQCrwgJOEcdMr+/yw85znP1e6LLuIcP1ikFqsTpx+mcFMEH/TwocmNN9yQP8ov+dzqN0E3ROHi8gc+E5K0Vv0w1rO5RVT/Qn4TyGdMyRbpzE1shmw7x642SDATmmS2zKQ347o4Ajpv2wPgba0JFrXw6CVyRbK96rDfBNmSebOmmiPOTNeYlG2S4YEQ+9VbanwC+SdfZB/XPkWrkkn3qW/wN8FlsZfPlvPElttqNrq0jwgFDyCYSAEfUv4PSKi7XwskZvXkdPh+YmvOd/JOMAVMFM3tAR8ahl0GCTOSZgWIYOmNHM/nek8I1aD2jph+3qMbSYARwdYp1Mn/U9Ijh+sHIBGh9WO8clA37dunfU+KbtMDjx7RKu+T9fGa3CrQKtAq0CrQKtAq8NFXgeyvaFb8BdwbPvh+3X7bbVod88VLWhv3RENF3Im4Hwv6qkCBi9x38vXP2l7aoDe269BqdB0gwKn7dvTDxC77w0Hud2BOlPxT4vfec4/23XB9/v8/RH+U55BMpMVgSb9nNv3hU5eC7JOUmI2K5vv2PB+4oHevq2GADax3jvaWxPG5D0ua5lKzMu54NH514sDU8IX/udLZFBucXVgTeYSCzpBC4oRGHuEFcr8qcNicfj3X9+2EYNrTJKJpNiqEDMOE6adzN1ksp+7b8+yCUVGQYpCYvZyHOMlyvbv68Rh9O5exbektKQR5szrIgPV8HmsMY44Urpymfk9Ew7CLEcuYs7ECRLAgeTqe30veLTvYnNriACv6i0aEOr/Bo+PvzESHDx3RysqKImZx9ViDvxTHDvB+ppe/6b4FnX/plXrWs56ta591rZ4NXbVntzY8clv2+nc9clir0+QeK+jfla5o+cjDupVcp88e+x/QKndfXFrQaMMG7dh9lZ7/wpfqs1716Xr+M85RtA9B/q5ejBa3VaBVoFWgVaBV4COmArSPp/NdikZdp5v235A/Tk/bymXczrL1k7azwsjmTQZGo5Ge9ezrtGXrVh5yxjxYSROaw6pX9vduqB3NmIkQdbprNdEc2qZ2zFYVnawNLVahKMTfvHmznnXttVpcXMwzdFIPMUqvKfDSAw88oBtv/LC6UW3mnVcq+hwKe8pe7DIQciHSvN78BHw6S8+RI7MXAJkpDDsX9YOGMUMmX8I+JsuFs6zHNDcqyV5yY4WfTT4PSjPjzmnQ+G4D+bwT3qT9XSN8Kl6WfSF2IxnPsKMDpBn7kBoqNFilvRWkx2uDKDbU6LAQgPNAqxqjKK3BrTNeqXdhs5ypmOeC6QcfkZ5wqjGk6S6P4mUg33pmn09Y5OMHLsf37rzWuKQryNTNTCUf3fWndThbtsZfgMBDh48e1Up+AcJSBpou45VlnXv5Z+p7fuwn9OPveIfe8UTobf+3vu8N36LXfOYLtPnR/dp386P6P/FByDTpxrQKtAq0CrQKtAq0Cjz9KjD0T9mIBP37jbrlppt09OgRcq09iNc065EJ/Y97H8TptD4/EIGxvRWw2ZpZHsh40tCYDYphJ7b7obTpF8vLx4/rzjvv0P4bb8wvMnfOF1ubRN9PmXcY7+Gl1zuJtT0t2ZOc+7ZqBodsOzSq4UrdNBs2GSTzZRDW7fVsgyezKNO4BRMT2zrMEUyZDbcomvDHtibbD1T/3xm9nZPqFfW+tq5Uo/VKb4a9Zx1h7Jtkvo+XJ2OIM1OZZDLKUdAnkwp88Gfqb9q3D98c5ric2kePProUERqGuYEGrHfoxcfo20mS1htzn9SbTzdOduCUzVSKCD6EUg5YcpGCP13wDEi8I0eO8CHIqp7oKMfu1b79N+nqf/hVesMP/Jj+w4+9RW984xv1pje9SW9+05tzf9Mbv1dvfttP6u0//Bb9i1d9rGL/ft16ePxEj3iK7IpWj/hDmv3a9cLP1b9+4w/obT/6//Ds8Xa9/d+/Td/31rfozW95i97y5rfoTW8k97d8n37oB75LX/WZL9bWWx7hXfsUpdHCtAq0Cpw2FWiJtgq0CrQKPJkKdE/G+Olqu2nzFvmnI2bfCeMmk6aSdlO0QxP2CQ2jG3Rr/Bw0mUx0zjnn6oUf+yItLCzIcn53FPa28V1xARfeRiAD7rTZMxa7kmxtu7oPzSqOFejX0eJIz3/BC3TeeefLZ/UwW0BDvqLFhfjiufqxurJC43qjNm7cVA/B1MemGsZNvCOYKia+Zo6RE/CGwhs3UA3A1k9UqgdKuduQD3cIm2LqxQBTgkURURvzIiEobayToxuESZCdadVwtvfewhqIiYExvy6ZMmfZDk1O1MDWGrVlwv0S6qiVazC8JjNeDHwIYB1BkMmR+LzMyQ+Yd8y89YSfuelxhXuW6sOa8RzHNj1ZW7BynRzLrMtgMhYAlE6VQmJqbqwT0RgxwXomm4vDcZECWuR4qjCyejZkPElRwdmmiFA3GhGn6Mjhw/KPk0dgoPlRdOzRg7rkmk/Vq7/6tfrK171Or3si9M//hb7u679R3/Jtr9c7f/5d+pFv+lQdvmm/jq6W+eCNbxVoFWgVaBVoFWgV+NtX4PSLkE0SbQy9+B2336J9N3xYDz30kCZlLHci2YHRMtjM5D4e63X37A2yoYNHa1tTtTU2R1ZMCWOmteJEnxnhVXr0wKPaT89yyy035xeZC3ih97erpsO29jaJCFABq6I8JvjQZJGKb8MXyAcdgdyn2obQ3nrCAF22lGtDVT1qM6i8VZoKVWnRlEr3qIb56rvPmeIok+esArm2aQbuTCuRNrKndZjBwjEzP3ZmssNiGaMT5om4T4cc1ESArIcNTciZg3Upk4vv4scAR+8x13YwMZQ++HraDC9eF2t6yca834ybrKnk1wZvBLLCR0mOHxFiJuUSWjPWieiMmKRcZ4vDcSyHkKBjVgPliBRYQ7KOTTlgwq8fQkTQt9cPQA7Tt/u5VY87io7v26f9u75I7/yvv6k3f/v/pW/4uq/Wa77os/Syj/sHuu66a3Vt0rP1vI/5RL3yC16tr/rar9c3/+vv1s/+6n/U11x5s/btO0TGj3vQU2Aw1iP79mv0vC/Tj/z8r+oHv/tb9Y1f/7X65//sa3j2+Cp91Zd+sT73Va/SZ73ys/SqV75CL3/J83TV3t3asnlBZbyiJ/5x0FOQagvRKtAq0CrQKtAq0CpwWlbgtP4AxL2sqz7iA4xbbrkpf0pColtUHYXNRMcJp9TQRyK60Z1ogS8A79lzuS6/8mr5u73kYQcCFx5cTBjXCY4XTeBc/MSmTjO79Dc+4bFsgk/RyvKKLrl0T/7PzxcWF8UnFJpzyMYYN3ZOgWHFT+q6Tn4ovGk/TeHCCJ9+Bt6cb6lueFRGvihSjUWUQryAADyTeMoUEaZk+wkPGDVbpLTHwjs4HBN8wsGWwXlkILphcOQauE9ikNlthxdnYcvaW8wEbAZfImGhWh71JvlaRKbsu9gmd/vZhuAlWOBrQuJDESmcJw9Mtp1g6/vNPngiizrz6IoD8ICBp/JkfCyalEUNwmNj3hSJKodtefjN95d1CWYUfKpQuIcFR5hq7EAc+RDvGBTeNT6p91LwcVP97kMJQR6WI+xgUoWRUxp21UFaskGEtaGISt2IBynOO3TokCarqzr5KHw4sqqVU6lP7qTFLTu1e8+1etHLX6Uv+7++R7/2c9+m+265Wyt+TU7h0+BWgVaBVoFWgVaBVoGP3ArU/qd2QLRnoiGRFLr/vnt044c/pFtvuUWHjxwCcp/CJqEVo6j4i9f0WuntfQiGNjF6JyVVhVe8UjssFbM0xwUyfdGxY0d1552368Pkcded/f9bEFycZWu5X6NnKpYhtzNscl4FIXlCYSKTww7nm/dFBpuMh5Flu5jMG0/ql3oW4SxjD8dqwZELfTFkBOdqW+QdhUNClukocXEOJthqgw8MIbEhhvtkHHLabqrDzhYpY4cDkyjgMNjDs6YPu6djUZJMw/nY33uNYQvItWUbwmR504mogBkD2bXFjMk5dWaYigNkHJ8Oj59Fk7Lg3D1zth5CwaoctqVBznNtmyBnsxOJFd7vObgqe4XsQBwloSS+7+eTLOGloG+P6E/yBj123y58xMCQlbQk/COQESJC0YW6rn7j0sGDBzXpc9MpR9FhPlDY8tU/pN98x7fqiz/7U/TcK87X5rlHyZO6xpLOvfRZevFnfp6+5Uf/l37qX+7V/n335N+sk9o/JeBYD+47qI/5ph/VO9/wLfryz/tMfey1F2v7poUnEN3VfwJmzeQjtALtWq0CrQKtAq0CrQJPvAKn9QcgbjJpRUVXmD8+v3//Pq2sLCsi9NgjvWigizZv2aLnPO952nvV1Vo5vpxu9MTokmUZGqvqA0Cr65Ph5o5xY29LP9DZstAqmscqc3rGpZfq+c9/gc4840ycbWFNpbVSxXLlHisrK7r11rEjzs4AABAASURBVFt06MCBvFfh9BrXh1tKyz5fRzIuTod8EdQ1N5ictkkmffyAYT1hU+4XDCbE4KSZuURohwRNnU8vNOAZQ3II1t4Ibt4VMSdah6nHJIIVQVkTc8yEWZyXY/u81HNC3YezbDSRfyTfD6aUS6l3PAhtyt5nDJKTYBO3kD+UmCrTW7KvWWzS1LwpMwec2psfiEcfbNJ+gByn5+fvZXerMEeLR2Xgh1kxIlYAsTKkhjPPQoM4zchApFRXy+plMWIgihTRKfhgrYMIp0OHDmuVD0AibIXhUzpDW8+9VC/8vH+p3/qRT9CtN/GFjac0fgvWKtAq0CrwUV6Bdv1WgdOkAu7r3PIk0Qi5x3Pq3WhB/rU+t958kz74gffr1ptv1tEjRxUR6iB/zdk+7lnEmPZBCaq2bT2P1JtNATyM5jZbaHmii/x/Ad5xx2360Ac/oP37bpS/uDxaWMgYztetop0w95aUOOG9s4F5dbcKOzeNmmYaS9WA6yeTCHcUBziewWE3P5952pLZtKc0MAQCT3tjydTFakN0y1jAATg+HHK1GVZj5v1NU6Rj1mm5xdZ8uzycT6g1Mew/vKbpvEZrBAsH8gtqXX+I85GDYYIFK3PKwPd28othf/sCK3cM7csmsk1T8yZk5UghudmCJTDrFBruZWDKY+Njpkc4pgUbraNT9u1zdrPzgkiBJtjZpjPgAqzU9z7vjYgu+VHXUaaig4cO6eQ/uY1rP5f58OPga79P7/imV+uTn3OxNkaveMLbonZf82J9/je8XT/33S/WTXxA4VI8YfcnbFh0/I6bdcXr/qW++atfrZc++0JtGT1hZ4kPhfhrzEsUT8KpmbYKtAq0CrQKtAq0Cnw0VqA7rS9NJ1YmJb8LRgrtu/EG3XfvvTSHtMQ0p4V2CBNWN0WWwJHUj3wYoJHeuWOHPvbjXqzdF1+io8eO4T/BoshN/HxTDoiuEKFGRXDA3HLhTPfmGIBjh7x8/LjOO/d8ffyLP0HnnHOOQ1QiRPb/VTrp6qwffOAB7rWPL1A7W2VOImcR205+SKnnoQOo+ZqBmK4PW0566HRLGxAyVAU4KfMpVLGnYgMvnMtZzHpMIPOhRxXQo3C1HMe5mPDMSdTcvdgGa7M9IeFrPw4lD/GAVZJSAMw8salv0qIc3kwIZTLGnXyox4ScJrwXxAtQTGAFcg5BLN/dBMus2RRiE0Z5F14M25mveKDqEAsEy/TdjFa3PgmRnZ/EU2QhjhtxUM7BKY3BYStgRvKPtDuwz0qt7ZLxCZLYmFkP24hhWT4L3jMwMondlHYhpajZCIAIVhILHp46+FHXyfvq6liHDh/WmPrNPP4OuIVtevFXv00//px7te/oqeMXXrPVleN84eOw/CP+SUeO6NjxFXLMAp3aGU3hHpMnS649vn4j+Py1/rPXP03WL/iutff7cb3ROtk+4xUdP3pkdsfDR3SUD2BXx35vrrPvxRNzm2j92Y8pc24NxZ3W12iqowr8vVo+dvSE3Mb596tGeEIrMSerKzp2dO615L125OgxraxO9Hiv5omv5WN5lBNrwfkn5ll0QtyT2s08C/q1dSXGY6UyuJ7gNzkxx/51wHTwepyds3uf+ZyeiP+J9yCf3vFkul51Yj4onmwNhc9kvKrjx+bf87wv+ALn8spYT/at5aSK36fH59+nh3WEf78f873lPE5Sv8kTxsrsfct/q9b6oXus98VJznbdfZcpndRmqj0p83ivhc9Ym+fEL8dJYxk8mb17IetORoU6rK4sr/tv9lEdX1nldX2sgvTR8F+f36nkQn16r7adxhUo/IX3azy9Aq8rUP7d4m+RDhw4oJtuukl/+id/pL/+67/U/Q/cn1/s9Tdt+BteZu+D+uVm+w6xCFXf32YG0Ht4kWh/lHEkPfLIw7qeDz3+5I/+iD77Rj3y8EO8ZyepzyAOzD/J07ariJ5MDBivc2cYsej8vfsy3p3rhPd4xrMRfu4lrTcRXsEf/78duhjl2RGR+2g0ksn5dl3Fcg/3byN6OO+dRp0JfeLsU9tOga4bSUDqWJIihMDstNBVGnVdyiN0HRQRioB63DmMyMc606jr7dlHXeVt00XlR5330BQLy+STMYmbu2VTyIWd8N901ysUEoSJTEIM+nq6E8rYF9Eb/XZYCW8/qZOQ8zWQ4Ewld78W9lcO7PyiFgssxOlC1Rux2iWjdFYdj9u3YxYmDqv5qHfnPNURICaxi+FcKY16UcMImAhWEuu6kTr4rq9p9u2HDmvN3yHs5+fkyD7d9rJv1s/9sy/Qx+/duT58bzrR0fvv0R233q6773xY4x5dv23edY0+44u+XW999b3a/4DfsdWiPOF/NyeZq/Odp6FGZeWgbr/m8/Wl/+Rz9Al7zzgxV/6df/iu28nzDt15+1368J/8jn7zf7xHv/Grv6yffOs36ytf8zp998+9R0cv3a5RTe3kK38Px36+WNOTHnnC/1Y53/n8J/z3oQwnEdvPLkfocfO5hf3IseNaoaef2gy2j7c71vLxU/yb+jjOvPcm614XoFM6nfgarssW5xNswE4ZkP+onWA/X6d0LCe8H1zbVD3RhRyezD2HsIX/xqxQ2/nX6TDPmMeXVzUh5mD3VO1lskrfu7ZPPfwEnoEK74HJutfxScnrXsbZfYpO1Yu7Z3u8Evyt8zrJe+GE98vjJTG7TM8V/e1j9KHa1irQKvBRUYHudL5l4T+SJv69VUTokQcf0Ic++EEdOXIYmasVmkf+EfDDBpvSdt2FKy6dffbZ+vR/9Bl6wQs/VgsLi1rmH8gxX7DhP6uEZ+3PKvyjBJv/UE6SH2fc0p8lmvSJ/4HlC3+dOl173XP0yle9Sueef27aDcfnuYOwbuc08g8dPXpU13/4et1zz93qRtxFwR/5OSFj8e8Ipw2R2Is9IXaRtXKAJ180sQNYQT+GCv+4mi/cY0LOwz4el/xis21MkzLWKrUYj8cZo+DrWP6CqPfiOJzhEhA+p09NhmWeR5xO44TiwbaokFvxuTSLY2jCWTLm2M4PrPDFehJTgZ+gz/Pdsa+KmkS9MkkEVYpghZxrwT+VPgxiyjLq3M0bm7CQSY9J+bAjDzJNHZbsoupSSEnoYCMCKaiClCYhCSxJoYiQh1eTyLPKoaiMKsPWhSJCEsTOqmGgAh2Qmq11RjpszdfYIYtJBmGChydQWTHiQXZCbY/zhe7V1VVy5h56MuOofuULiOa487T5On33O/6H9j+8klWajxiLl+uzfui7pDv3naArNImHHrhNtz+4om3nX67n/IOP0cd97MdVeuEL9aw952nD8dt06x0P6AhfPJ+PO/CF+xT+2vNmIP7kCVF9GQpvtUINeO3Ea8jDsL1BJOIVvw+HQ+Z3cl5eOaYVngdLnlZq6eHzPTBva5734fLhh7Tv1ts03ny+rrzuhfV+3PNFH/MCPffKi7W1O4j+Lh1eJqh9eqrvYYQ+N+f3ZKjeU/We3Idrqtap9DmLv1crOnTfPt18fJMuuua5evHHvSjzc27X7b1Ii8fv1P57D+px/1cuvuehB7Tvjvs1OeM8XfOcF+lF3LG+ni/SC55zjXbtkO7bt0/3HF7Ryd55vm/mPL0vVl3RxLlr/ah4dNyB2k8g+/JK8priNzUvyNgExKmDndXlpC8YdpPjPBwvy/8dLMSd4Oe6oclY9p2nwnviyKP36Wbutu+OA1hXr0n6nmwlvz6fU6QwF74oIrS4YYm4s1glpOPLR06az+BcyopW+Dep/jfOvkVl1GnEv3XhvzdE9L1K5lnk+hX4E3ICKOJPQOgzEvm7Ho49nDfbi1aPHdCtd96lo0s7tOeZL8j31PBe+JjnX6dLz9+kI7fu0y0PHSWiHmcUjZcP617qe/cy79Or5t6nvMeef+3V2nVm0e379uvBIytkOheO3PNvFblPOOnJkm/sGrnQhff42lhF1tmGY3TCABzsS55dVGtM5dClPXuBahxnV20Ce8Nps2YpGq8e0zE+QCIKVpOMmXzv4HhE0fqYBeveRLNRND5+nA8sj2pMjf5/9r4DMItia/uZfdN7Dy0hjSKgIKKAIlZEEFSQLkWUoigCgkgTFaWDICqCvXdFFLvXLoq91yQ06YT0nrz7P2d235pQ9X7X+98sc2ZOnzOzs7tndpMgOk7qgc+K4JAQGH4GplmDkv1bsGVvJSKT09H+JM89u8vJHdGCF7mzYBtydxeiis92Tz9eWJ15lB7rA5Njq0HRjlxk89xvP1B6+PuQVzcN6D9nBvSalLVkcqXq1oTrtq6gyFSsCZRVVVVh965d/BDyOd5641V88/UX2LVrB4qLi/hSqQJV/PBWw7zQyZxQ8lMNzGVrNTghuaTIxU8FX0aWlBRrfz98/y3efO1VfP7pJr5Q/ROS75u8D4L3V8UkQsfItW9qgFw+jIsUY3ISYB9UJ5+EayyCUk5NmPxnCTkW8pXwCTJWp1tmwmEY/NiTgzdefx2vvPISNrzyMja8vB4bNqzHyy+/ZMPLbF/G+pcJ6wUX2XqsX/8S+S+xXYeXXlqPl9avxzraviSw/kW8uO5FrHtpHeElvPTSS3hp3UtY9+JLeFFwwouUvaBb8qj7Aul169bRbh1eYPs84YUXXtC4pl98Ac+/+CKef8GC515Yh+eefwHPPP884QU8S/z5F56n/AU8R7tnnnsezzz7HJ5j+yzh6WefxVNsn3nmeTxLePrp5yh/Ht988x2czOsMzoXMqcn7AgQ4b+CcCUgj8ylyaQWEJ+fD5HkSWsA7bzepwEJzk54EFFsB4myUkkqsCGSBJIQHjUApaQGpBSA3bYC0IgC6UtCHYSgopYgT2LImbhWmJlD8Z1EmpCvBFSuDfIkR2rcCTS2gDExqlFKAFMPg3jSAa7oW8qfaamoOkbc7K3jfPQcLxg3BGR2bSBoL78OszMdPb92PYUkOhCU1RkpaKpo0i0OAaotZj32EP4trvNU1Hp3REReOvBdDonJRxPu5XC+8VGBy7p1HDSZkuDJuk+e55IATQ8/tiR7dMuH+g1fcdx747S3MPl1BhYQhrmkq40xBs9SmaH3yWTjv/HPR88KLMWb6ajz/xlfYVVIJw2HoWOtU9FWatw3ZuaUIaZyF9id2tnPSU3Fq15P4rIqH2r8Z2bsKUMl1WMeeDJPBMmrIzcDkeE3wLPI5CfquKtmH7G1ViGnSCie78mbmI52Ob4VGQZXIydmDisMmzlyDtVUo3JPNOKoQ26wFOpzC+Oina5dT0YW5UoumkSjn/il3f0n9zz+JkSBLxmSMcl5knkGcbPgf/udQ63JMck1pXRqZHKfwTfrw+CNFmdbxqUxea4DoyzyJvhOcJ54Wkzc+YtQ2rfu9op72aUL0RSZzTIXDF/ZNK8h1Yfr4YG/iCHUPZ00l8v/Mxc6yACSltsLJel5lj3kqunY6Ca1SomEW5CB3VyGqD+KjrteDcUzmUiXc6mYj3xnPvPdEdLHXhT6X3AMAP3mIAAAQAElEQVQ1jTWxi7nMnqIK7i98/cg8mDI4ORd6fM6jqmU+JW/klHs5NhlTIbZlb0VxYDSyju8E733ZqZ3aI7NRJPK3ZWNrHnNA08vURv9qXE7QKRen91rgqYTEa8LUYxRcupO+pD08mBBd73uR5cPkOmN/h3fQoNEwAw0z8D84A8Z/85jl1mbypqlbVqbiRiLnD2zftk0niT5jo1wet7rxEVhc2TCFhoXh9O7d0fP83mjZui2io2L0xkg2T7KxcnKDJDdwJ2/Tul860zdvJnA13HBVVVejmhu2MPrJanEczjrnHJx11jkIDwtnPE47Uqs/qxYvfsHYpJP+5G8QZ//+Gx+DTlFna0pOQT8kTRuoT9TmSR8Ctl8JjnIR6gcEaRmDwxHAmEIRFhqmISQ0BKEawtiGISQkFKGEsNBQhIURZxtKEP0IsSFPy2gTJsDxBgUFMT7GJP3Z4IpLSCUVwc1jLCQhCWtEOOOgz1Bpw8MRJi3psPBQhAvN+QsLDdWxSgwWHopI8sPZd3BIsH4Aij8rAunNBVaPSiaBCjIPlg4JHbG0BFHTOhrRDK1rkzKjAtA24tsWuGyEJeBiaz14DvKVzVMuLhMBwQVcLN1SF9YT3LKgnvCVUlCKIARB1EhCCS4VW3chrShRZChuzEAcNFBsDdIOh4PJASC/8eTk+sVRHwpBSTSKzEJWlgcyEvfjpivPR8/R8/HJtgoq+JbQzNMwlay9jIWNLs6aQvy5PRTdht6ARUuWYMmyFbh79RqsXXsv7iWsvece3LliGRYvWYX51w9Fh8CdyC6u1rbeVUFuLvpMvA1LFi/CokVHBouXLMWskR2Rm7MP++JPxMCrZmDh4sVYvGgxFtHPzbPGoGvuZpR5dyS4WYN9pbHoNuBqzKO+9LeYfS6cPw+jzszFdr+/9GU6q7F3x2407jwAcxauwBL2e8ddHOMa1xjX4O6Vy8lfjhVzx6NzMjdj+6qkJ0I18nNS0Hfc9bh14WLGdmRjk5gsoM3C+Zgx4WI0z8lBTm5HDJsyG/M5Pol58cJbMOWyHgjdHIZTh83E7ezj9jvuxr1r1mIt41u75h7ctXIZlixdiVvGdIeZk43CuvtjxslSW4Ftf1Yg7bTBmLtoCRYvXopVd6+FPo/0J+2au1dhOc/zipWLcUXnSORk7/XZzJm1NVD8cHLJJK9zuXgJls0YDvnJKad972BvupjOfFSU9cENS9kfz8EinrvFS27DpP4nIVJVeDYX1SXISTkb42+4SZ/bxaK3+DbccNUAtOP5r9TevCqTG9eidPQbP51ztRiL6Hsxz/Wtc67DRZ1ycKDCS5cXV03pbuRURKJTnzG4ceFSLL9jKRaKDUFs6wX6W3LzVFx8ZkvklbjOt7dfD27WVEE1bo1+V83CsiWLdTyLOIZF9D9neFvk7KgzAlhHDYpyEtFj5CTcwv5EfzFtFs+7EVde3AEHeN10GXINbp5v+ZQxLpw7DYPObIa9JTWWC7uuKS9AUucLMHH2Ap5b0V+MxQtvw/TLuiN3W6mtZTd8MVC0dzciW52LKTfzupZzvuoevaZkbd27di3WrL4Lty9djKV3rcSc/u2Qyw1hlde9wfZkNfRXvCUHtc1OxeVzluB2jmX5Kq5T+tHrdO0arL7zDizjWrnr9lsw6MQYrq2dns1sETe3PcbpuGX8Mg9HBfR787QrcNZxW7ArJxdthl7Pe81iaF+MZclN1+LcU5qjuLzaite7LuGHgLMuw20LFvG8LSYs4v3sZlx98RlokleKGuYUlWUhaHfq5biR69gV15Klt2JkpxJsL687KTWVZYhIOwPX3rYUi3gtaxvGOO/Kc5CbU6x7rziwFR0vuhyzb10CkUusC+fNxmXnp2N7oW+cteVFQLMuGH39Ao5rka2/GAvn34TLe2bx5UAVV7l2C7P6AHJynDh16GwsY7xLlvres9fcczdWLltCP8tx8xU9kVSxHbtKfdeSeKrYlYu2w6ZjqXs9W/1KrPXB0jtWY9XihZg6+HSE8D60u6LuvIjfBvjnzoDcvk2uJDlzFm5nZEL4he3KVwIDAyH5ef6BfPz0/ff47JOP8MF7b+PzTZ/ipx+/w5bN2di2ZTO2bSVs2QLBtxLfSt7PP36PL7/6HO+/9w4++fhDfP/dt9izazdC+FEvICgIhsMBpZTds7SMTIqAjlNyaomRUTNGef6wsfX9GxPiQbTlxSjNSZNnag7zVLYunKbix2T+ZTgUgpnHhjC/DmWuK2MNDQmD4CF2G0pZGPPicOa8Ycx9RRZGOsxNh+kcOZx0OHNoS9/iRVA/nBCmIQzh1AkLD0cEQXTDSIcTF1r4LjxSeBERWj+cPkUeTjoigrYEkUeSjtIQjkjyIogLTyCKeFREJPkRGqIiIxFLWloNUZGIioxAUBBfe+tzILMnwEni5CkCp4nzZtGCgzMK1yFsWwfa3jpHHjFpLRefwtUGRKQluNjkWKUOA4r/RKakIiilNEcRdxXBTZ2zCwYtB/XAQymlUUVcCnt109pEmC6gkoL8AxTzdKKQQzhKAQ6uVafT1Hm7aZpQSonYD0xUFxXglFHdcepp7RHtL63Yh08evwWdeo7FC0HpyMzy5O+ZaXlYOLI7bnzwTWwp8r9fh6FFh844a2hflG4uhhkcjpEzlvEef+h7dn33ceEtWToXY87qiMiCQuTFN0er085CWijsw4l9H6/Fia17YsHHQJtuvTHo0lEYNXwkRo64DJdedCYaac1wNGneFAnRYQg8yMcPs2o/svmsOmXQVCxfvQyL+ay6azXzEO4tJA9Zu2Y1Vi5fSv7tuGlcH6SHFWJHQSVM7d9Tle3KYX7MHErnSYshz9wbp45G1/DNSOo6GDctW4gly1dhtfZ7L9ZKPsK8Zhlz4DtuHYvWzhxkHzRxNlFVvBk5aI7eo2/EitsX09dK3H2P+FnL/Hkt1jJXkmfq0jtWYMawbtbzr5zvBtwhmqiuADI69sPU+UusvETyvCXLMOliEzl53rpyHzJRcmAXLr3B6xwuXoLbJg9AkxgD1fzIVVtRhIRO5+PqWfMheeEi5puLFy7AjCvORO4Wv02OxMEA9jY/CYOunUv9RVgk/TM3uvWmK3F6bg50hliVj9zMCzH15tuow3kUnSW3YNKwnkjfVQTfrESc1oWqkv1ofXZ/TLuF42TuI3nNogW34Zr+LTlO/zzY5NzuRVlIFi6cMI/rdTGWLr8Dq2U/wv2NzkMlX1lOX0vvxLwJ5yOWucWOSv8VUDeO+jlOFGfnwMw8AxMY3+3c661ctRprdX9yLu+F7IGWcV5uXz4Po3u0QQ37K662z09tNYri0tBj/CzGukjPoczj0YDsa28Y2Ra1PB+8XQDcrxYwpsBW52PyLbdjKdfkijvvgezHJK61zKHv5fpasWwxlt2xBFMHdUSAxOT90Y572JLQVJw9/DrMZ76m55zn7mjiWsT1s/TWCei4pwAVvH+hphRbmp6BK6bNhVxPiylfvHg+Zl47BO3lo2H9E+zDraksR3KbzrhqzlLPfHF8c0Z3Ru7Wch/dBqJhBhpmoGEGXDNguJD/xlYSQLmHSgs+q5QyUFxUhB+4wcnbv08PyUoPrVozaGBSmer6Y4IizaeDLXLqRDs9MxPnnNsDZ517Hrqf2QPHd+iIpKRkKL6kkJ88Ky0uhkBZSQlKi4pRVVGB+IREtD2hA7qdcRY/fPTA2eecgzZt2+mEVccH65C+LcxVSyQusHiKWXE+N3rff/8d8gvyoTguk5skk7GKvauVuJVtavIpRzHjFy61SIhIPFqtVdfU1KBFixboeV5PnHfeeejR4zycJ2DT57Ht2bMnNBA/r0dP6vXE+efzpTZpzbfl5/ck7/ye6NWrF7qd1o0fjJhqe/UrfbuBfCs4xkGcNUK40et00kno26cPevc6HxfQTx8bevfujQv4IUp4vcnre8EF6NPnAlxwAfmEPkKz7Uvo1u00BAUHw+meI55HOcfsx9W/hZrw7BesNSF8AeErKKoThCBmEmQ2ddw2T7O0nmCcZ/2zVbQRkg2LWyosbxBtnlqYti/RdcutzrxsbQY51hp1adpWErTNEo5eB6wU9YWtlIKgSkmroJQCoCAxKKX0T5I5a50oKyuHrB2lRI6/fBhBYcjKaIKc9Z/j042/wD9FDohoipanAa53vWbNTuRu6Yj5jzLxnD0dk8YOwXnd2qN502QkJMYjnpDQqBGyOpyOC4ddiSnXz8aC1Q/h+uO3IrtAfv3HE3Ie0dP6DMUllwzC4IGDjwgG9u+PAee2o2URihKOw5m9+mPwJQMxaOAgDBowCEMG9EQHXve74H2YqMw/gNbd+mD0uKtx2aABGMT+BtFm8OCh6NERqNrj0Zefvt+RuxWDbn4QS2+dg5lTrsag3qejTTrHmBSvxxjPMaa2PRm9+o/A5GmzcOuKZ3DTuVXI3lpFRxU4gBR0YWxDB0psg49obJ45GISBA4dgwAWnojm9AW1xTt8BGMJ5kpgHMva+Pc/CoHlzMWfOLEwa0QentE5FrMy9xJfcGOnHd8FFQ8dj+sxbcPe9s3FyVTb2+04/wI8fux1NMHzGrbjt5jmYMWk8BvXqjlbN4xGnfSVwrHFo1LwVup57Ca6YdD1m3bQc98y5EEbODvdHEGdNBRxxjdG9r9e5HDAA/fqdgz178+DkvU4Pw66ctQewf99p6H/xJRznYM7NIAzsPxR9Tj8escZOuH+gr4InpWknXNBvMOTcDuL5GnjJUPTvfQZaowj5tj+rMVGSsxO9ho/CmCvG4lJ73gcNGIihAy5Ct7ZA/m5LEzBRVVaEkDaXYOmy23HrnBmYfsM0XDd+lI5lEOfXcy4Gk+cF9HfJoIvR/aQWKNhjvbR2efVvFV+T/14RhYy23dGf587yOYhjGYiRo0fhXL5kLnXdNryMTS7GfSefjQGDhmOkaxwy9n7n48TEUsh10+HMvhg8eCAk1kGMafDA/ji7YwqK9/huIKp25qHxCd1w4SVDMHDAII5lEAYOHIp+554EVLsnBLypoKxwM44ffhuWLLgZM6+7BsMvPBcdWjZGgqypJFkL8Uhulo6Op/fB8PGTMP3GRXhyyTgEc+NV5T8Obr52F5o46fIFWDb/FsyaOQ3jh/VBZ1mnCfGWz8RENMs8DqeePwBjp0zH7FuWY83NQ/RmVr8nl5Tg5PMxQF/fgxn70cEgrsHBF5+Pk1rU6g+irc7sz3uNNWeDOWeXDLgQp7Rrjr07fedMn4o93NafdB6GDhrEOR7EvgdxjQ5Gn24noWnBblSiFgd2RaBVh/MwsN8A6gzWOgP6DcM5bfaiapfvxWZyQ3tg+y70mzADE0YOhHUuBmPQJZdgaO+T2eVeArA3vwbtuvXEwCEDtM9BPO+DBw1Ez85pqNqvX0doPbOmHIUhzTDwymtxzZWj6GeQW79/91aIqN2KP0wHnyBUL89GTsmZuOOphzBv9nRMHj8M53c/EWnNkt33CCtCBAAAEABJREFU7KTGKTj+1HMx8IqJuH7WXNzBzfXw9C3ILrI3+XQj5UAZ0OqsS9C//0COd/AhgPEMGIpR467ExOnTMWPWTVjx+EoMaZ6D7DL/xSKeG+AfOwPMXVjA26YG01SwclqSpmQoEjl5bOTMaiDfSVBKITAgEIGBQQgKCkZVZQUO5O3HVn7o2MwPuZuzc5EjH/lzcpHLdjPvJfu5FygrK9M2gUFBCKC9YTggK1F6M7mqTfYlRcfBfiQ2xbggANFiTulSEtqVa4ouabHlIKxGauqKyOVPPGhc65pQJpUImqdbjp0yTVMkhWy61LWQFi4kKdGzLEhI/JovFUGKdC4iGxTHQTZNpNbRwORzVNSUsKRv6opfkVKRFIsoOGXs5Gp9ttRngehCzyL1XEX0Bdy0hbj1iSiloNip/lNmFNOj9mXSlylxeNlbfZjUp6IuSteiIqCUgvwDa9iHthGhAOUWm1puXHoxyFYEFvIZjpcH8lzFhEQETh/B1nfJpKVcGgtISJ+aUDzHpDUulZKKzkwoZeFSC4CVkooaSimAoPTHD0VU0YYAwFAG124Aamr5/GHejoMeThSXNkHHrJPRullgHa1dP7+IpWPuQHB6FlJDHVBeGiogElmZjfHw5Bvx2Fdb4P+T8CohDSe26YiTI/eiJjQaPfr3w4ABgw9x3z6YbBAG9BuI8zu1RWxeHholpuLk9s3hcMVS9COevPcBxIyYhQeeeRV3L7kVc2+cg9mEOXNm48ZbFuKRV57DA0sm4MRoPgP2VcJ02Xq1zmI+q2IuxOKH7+azagauu3I4+nZrj/SURsxF4xEvuUhiMxzf9SxcMnYSnys36hexYzonIy+/1MfnLj6rOpx1IYboPEmeRxxDn144p9/NmDtnDmZdOxw9uh6HJglxtt9ENM1oi24XDcW118/Arfc8gOtOLkV2ncTZidJdBUg46Qrcufg23Dhrpn6mntvleDRvRF+JCTrWROZKx3c9H5eOm4yZs2/C8ocXYUjLImTvY26hx2yibI9CWpvuuHjwJZC8XnLEgTxHfU/jzBbUaC13xXvYnoJyxu85hzp/6HsGUhICUcEX8lW796FRu67o038IrBxjEMTvgB6dgFrm025nNlK+G8XN2+GsvgOZZw3S62IQc6Ohg3rhRKroDLH0AJDWFf0HDYXbJ/1feFZnpJXt07kVVQ9ZivYUokWnM9Bv0CX0MZi5yiAMor8Lu2UBBd55tInKkh0Ib30p5i1ZgLmzpuGakf1wxilt0ERyUH3+45HYJAVtOzP3Gn0Nrp8xF8ufWIFLk7iujjq3qMX+7GJ0vGYBls+7ETNnXI9RA89C+5YpSEyM57qQcxmHJNkD9RiI8dfNwKy5t2DZiqnoGFuMvArmedWl2Mfr7BTmsZe48/zBei7lfB4JyL62/zmtUFtxgPulauzZGoYzJi7EolsY08yJGHVxD7TPbOLel8leO65pOjp064XRV13P9TUXt94+BR3NrSjmhzB9Mri/2xORilPOvghD+g/EoEPtaw4qG4j+Q3ujbWkedvF5gordqG1yInpdRH/cTwwaOAgDubcY0OcstOHbg/2640NXVQU70aTlCegzoL/7XjTokv4Y1KM9wPcLh7ZukDbMQMMM1J2B/w2OZIH/X4zUZKpi8oHuCAiA/GeG3/EjiPy6u8nszulKrDlSnSSxkpfKYiObIJrCBRRBftsjiBul1ObNcWLHE9G1a1ecw48hFzJhGzx4OPoPGIJ+hIuZ+F0yZJh+kPfgx4Gup55K/ZOQkZGpX+7XcuMgmzbxya59iuTJFjAKKpgkTMYvSmXlZZD4N3NT5wgIYvQgmHBS7hQ9BkvKqkk7yQcpSeKpKCjdiFOilHN3IUVDdXU1P+YkIiurBTIzs9hmEqT1QIsWHjzL66eDfHC3Tgu0oE5mRgaio/kBhD1LYe/snBj7NwWI+pfQ0FCkp6ejZcuWaMGPMi3os4VuxSeBeBbBzRO8pfCpr1vibNN4noKDg2Byvq1O2ZPu0wk2JKwiMTnJYCHf1GBJYE2bCGQebSaXDjGp614mJheWgEhpAg3UBjcv0o/FEMwGKirFSnRsZU2JWHiaEIQMwQWEJLAr1rZHioVQSrErJagGC2MtxZB4iUB5/tn6SikYlDu4waqtqYb8/x9OPW/4+w4jEEHIR1FJEcr0BeZxbRjBCGtNWt4ROkuQs6UrVr6+DGMHnYPjmkbAoOhQJSCyKdqfOwiTlzyL8Woztrhyf9uopoYJpI0faVPjekPurEUtPxDaU6zNa6pr+GpSo+7KrKnEgYQWuHjUYHRrGeXma6S2hhtUjdmVie05WzFk7fu46cqBOL1dCsK4F7GF9TchCWh32kBMmPcY5p6xjS/4ZBKdOja/LUz99vVyayFzY82O4DV6zWtVnv/wxidh+PiLcCLPgeYdpApOPA4XjLgGs5fOwfGbs/ni1lbkPaioJBDn9J+AyROGcZzNEKps2UEbhSS+8B0xdiKun3IituR4NrFyLdfyXPiYCs3Nvw/PJqrJ952bWj1eybFtFavhOa7hPdAipOb54pqx5kVoC5wludhz3uUYNeQ8tEkOtph2XS1rQk6JTTurS6CCumHaLTdh/IBzcUJG4hGM3TaWhuOqYfyCHhICQpH4+Uf46LPPwD2Wj2pAk24Ydw2wa5//SExU/FnOj9TtkJac4GNTtOsHvDz/Fc2r9Vu3Ju8NNbVeg9RaVuUUXdc1o1m18I+/tiwXu0+ah5tvGIPzT2mBmECteMgqNLUDBo+djkXzzsa2nDKYLm1ZW8X70XnwDNw0+yr0P7MtksIOt7iCkXLSORh15WRMv3UoKnO4ERR/jF2aY4UanivXtNT6+xKZS1hfB9T3mTZU63nzzLITTq4D31taNciq461mxxYUjX8QY/u2Q4SftJrr2ZtVS9p3yVfrft06Mr/5O9B15Fxc2a8rkkPcEqAsB08uuhJX3bELmXEBAD98ZleOwf3Pz8MVg89G26ZhXsr1oyFJLXDqxSMwe/VLuLoyF9mVvnq1nDdfzuEoA5HN2uD8IZfjmpnLMaQmByX+y/5wLhrk/+EZMHl928D1R0LnY3LNS77oJE9ANCwZw+WFonhDd5JBlPrQ+Y3UBj9oKOY1yuHQP3TkkJa04TAg/xyslWgzmZI+xIc4UCRM9mWaJpziW1r6l2zLZEsx5BC55lHOAicrrc9np1OAPkD/whc7ic8CJ3UFhCvg1F5Fz6ltTL4oB/TD2GRLqcSl+2MfmkO+jVJEe9tOZAKmTTO1ExJUkiKeNC22Tnage1cUk0uXVk2hSRCutBpl4KZrLoQhji0D2tABPUttkJJi6v6JUUfUBZxiz3kRPUpoITWBEy7jNkWJoBiXDtalQZ5JHhsqW8WkzEkGC1VJCWKJRFPzhHT1pZRgAq4IRSp2HKWcf4JI6VYEFmgbQTkIEWggTUWlWBGlta41JWpCaUIQMgQXEJLAblhbVq6QDbcvLbLOvaDkK65XcA2JC6VbuxYZAMOhIPaSv8j/MaHnEPUcfM4caJqI+OPbIEn5ywvxw6NX4uWgdCQ6/GU2rcKRHvsN5j70FXZX+d9Yo5DWOgVNTgTKKWNXttGxNDV8tjF3oGlC8OloleIJds8P32D/KVPx6C2TMHxQb5zZtSPatspCi5ay58tCq/ZdcF6fARgxfgrmr3gc03o3Qs6fFa6zRo+c97Js5KZfhQeWTsP44RfghJQozT9UFZKQga4XXIqZC2/C5W3CkOP325zyzPc8w3mhhDXCGSOvxPkdUxB0KMdBiejSewSunnMXJrfbjK3uZ6CJysJ8ND5tKG64aTYu79cdmcmhh/KkZRFN2qH3pVdh6pyluLp7vtcPgzk5pzV8vms1d1VziBPl//itqalFLa9fl7GTtjWeQZNtQnSI1F8kx/ZzWkOas+XR1zremU619umj49GuF6tlYsQ01SNz0odf/uWs3oftjqG4bcUcXNqnC9Ligz36B8GC4rJw9tAxmDz/TgyrzcF+343FQayEbaIidzM6jLkOU68eh4tPb4v4Qy4KsQlEcssuuGTMFNww+Sq0iSpHOT88gffOWs6ZaBwr1PCcyRyVby9Hl1EjMGHieFx06pHl4lEpnXDJ6PG44urLkLh5D9y/CMLzVsu4juY81Ymf+ycfe/qU9eHRq0U1+/C/83jkdTEn58tnLVClmuuYTUNpmIGGGWiYgXpnwDtDrFfhH8+0M0tJBgUkXqUMyK+9f/ftN6iuqoZOq2w9kQvIDdjUEqWTJlOYAjYivmr5MBWzsLAwJCQlISW1OTL5sj9LXsS34Et4tkKn8SV+UlIywsPCdYJay5uxbCBcjsWXP8B96Og0xTyXzz0nP358R/gWBv+5pBKWBVatDYiyuFBIwq0BJqR/kxsTDaS1km5N9lHrBU7iAi6ekwmU0IRa8vgQMe3xyENGHqhOzosGzXeyL9oQd3KyJB4B6c9kfy5caH8wmWS5/Gjf9CFzJ/Puop2MQffJh6STIH+qTFqTMWicctGVvlxzJa0G3TnjY2vRJs84NRmnTywm7I0ItWQCGTfTZ84+7IMKtOHeTdiUUs+WgFswAVlFrouJPYDqoKIGxV61OplKI66Kfm1U+AKQRUCeydZJhkkAFJQiAFDgQTNlYVYXit0QFHlKKSpYRaMkWSyGyA0Fg+Dk3FdWVaGigpsGxoW/9XCiCqEI5se7ANek2P5NswY18gM6ASb25+7GuEcX4rIe7RDlpyfq8lsW+/cd4GtCobzB4AasL6Y+vADxW7PrkXvrHh4PDHAcXsmtYaJs9584sf/NGH5+W4R4Jtet4Y1UZ+egavrzmHfpGWgWXc8gvZX98KQ2Z2DUnJXouXMfJQ4EBAYikNixFQcCAwNQ70hVEOKbpCMtKdTt+pBISCOcdO4wjJ4ci+17arSqs7oMERmtMWzEJTg+yfsNqhajsmgf9u0vRLmlbjHtOjy1Pc4fcCWuar8d+dU28z/ZyN/PNk7F1CGjcW6nZgg4TCyFW/fgjNtuwfDT0hEZeBjlvyQ2+OJ3Fx597xv8mrtH33lc7gJDk9HhwkXoVLSZ156Ly9asxA5nT3Q/7jgkJ3qtPz4bdn7zJFbmx1Lp7y5ObN4F3DZzPLql+r+eB2pL87Bv7wEUV9Tt14jJxFnDZuDGLjvdLwlqq/9EQM1VmDNjFE5Jjal/DfOeWNcbEJJ8PM4bMA7XXFqKXFEI+GsnSK4h/3uauP0/BedmbK0Yi1dnDUSzupfaUYfirM7FPscETB3TB+mRDo+9uRdv37sUo1Z+hfSsSD4jy5G9rQeWPTYFg7q3RbjyqPpg9Z6LEKS0vwDTX12NC7Zno9TpY3FshCMSx3XugwuvaI/du/4JN45jG8b/pJW9RkzmHhp0JsM8xkXrlrmbU7Ip8u1JkmVjMo8BwQQgNBvmW0JZQFM3LbjWEREV7YbWJFikb+lacjvR1Q6ZeLFbOMkweZ+UXMnUuG3NRjEx81n+5FrPATAAABAASURBVNVSR3xpH6TpXpOC+oyCDBYRW3I6ojvi1GLHVl8cOzlaSbcyCvKkD01bEg6UiOVNRBaQph/FRnGkSjQsAa9hMonLD4Ap+rH6kn5huRJd4RPIgVK0pj7ZViEpIvFNoeaZ1HH5ERl7sPi0o2fiUltcZepe6Zo05RRCXLpawRVFVBBXWia0trL1RVcD9UQG0SIuNgKepxyZtNE6ul/xDvuw5lP8uvQ5u2LuBre2+LCtrIZ+LUR61gDOgbBMtlw+MLWxIptAgSJAm2nMg5JU4D8lCjZoXJFr0UoRdxhQyoCsxarKQ+ftTu6jmsaFoXVGEpTlwlOX5OLDO4CAZg4Prx7MEZcEPPY8fpDfXPSTR8clIywmCybj+WuP00AEOBx6nxVySnt40pMSHAjtgrGD+qF9etIhPywERjVG+7MuwdVXTcBlp5diq+vBUluCHHUJlkwfg/5nH4/ogw1XnxO/AapQND7+fMxcOQctdmyF+1uFnxo4u2FxjdE8Pdk3L6/PJ+QIREbHczBwzFSEb98JecFr1lSgJrwVLp89ExefkoqwANE7QgiIQuszB2D8uFsxKGUzCv1/XecI3fz/q+ZE7tYi3PrwLbjwxCao+zMztSjZtw8H8ov0LdtnHlQE2p4xEFcuvB6BW6xz5SOvhzAr8/Dn2eNx2agh6N46Xq/rOmoHWRuOiKY4fcAoXHtRF1TtOQAYht7v4S8cgYEOOKorsadDd/QeeAm6tYitE1N1eTH27c5Dqf4Vad/OAmJa4ewLLkHfYanYVs+fL/XVbqD+f5qBhrE0zMD/wgwY/92DZGLN5NRkwucZh/WEIRubNn6sP4QopQCC8ECxq3VnupCDvthQLCoEDyYJpVO/fHeilhsiK9lnukxHIrNe0Fu0WIlfkx7ojrXFEdwCF+3dmlDyTznw26+/4uOPPqSqAviimojemEifdCauSZu6lUoSeGm1HivRk5ikfzcwTsHZBTU8RXS1T7LoUfvVPM3UFhZGocWnol+hSHOUrqUSjg1k2pgILF/ENI8xSdy6F41T4C5ag5S0bFhERYBBkhJL3QByXkFaVEWBYHLzJ/FqlsjYs9BEWZSYCEcDK/JEE1CABrpgy5kVhJjFBZMkHS0MGsmFI/qm7HTsGLgCAMqU0hJiJAUlKPqxABamddiHogVBuAKCyuZUxunGtScrRmpryupLLGygP8X1opSif+GZuoXrUEQIDm44lOFARWUlSkvLuKGSjSBlx1LElG8xK/gRxQ3lZTiQvR04tTlaH98acX5+a6r3Y9uzgOHMQcFFd+Dqnm3hszmpLcYv7z6EGVcOx6gxYzFu/BiMGD4e8x55DzuKpUOXwxCkdhmM+cOBrQUuXt22Zu+PeP7RO7Dk9uVYvqIu3L7qDtzx9EYEqLq29XHM2hzsqriCG6s+aBZYn4YXz7kXW3E1XrvqXKSEe/EFLdmKN+6bhytGjsTI4RzrpFvx8pc74PsaLxDNTrgIo24Qg1/x2sN3YenKFbh9pT2O25dgwZpX8MvuElFwQ9n+P/Da2gVY7BrzyttpswyrHtiAX6Pcah5E1gwTbpmCyj0/4plVszF6hBXXZVMW4LVvd6PGo62x4MRUdLngNvQp3oJycqqrd6N57Bh0b+f3wrvoF6y5dgQuvXwcN2pjMGrIZbjp6S9woNL7XAajcXo7dOjRHgcO+M4AXf8fFxMlO/7EuacPx+iBXRF/sI2zO6pi5OEiXNbzeAS7eRZi5v2BVx9Z5rP2Fi++Fa/9lM97iaVztLURnALjnQfx6Q+5yPPemRshSGp1Jgb1BraVebw6y/YgZMAJaHt8C8R62HDW/I73Zj4IpPhfoV5Kx4zKp4ZluKR7kq+Hsm149c7ZGDXqCl7XYzF6+Ahcv/o15OT7nvOo5HY49ZKuqNluDXDHtioMfWwyzqzztr8aP7++BlcOHoqRI0dg+KhJuOOVH1Hg6w7xWW1xdo/r0VWieesRrFy1Astd1xDvCYsX3YrXfykSqQfKduOjDY9g0bKlcN03br+Ddvc8ine++3fMmafrQ2L8oJWdW4t5r96A8+r5uHRI2/qEzgLkbgvB2n/dhrOaeL99cWLzqw9h0YK1SE7P1B+dKnJ2oPttV2Fgl1aINHydVfz5HZ5eOhWXyf1sxAhcc/NafJLt+RNblnYAUjsNwbSV52JXrtcitYSemi/pnrx7Lj+mjsLll1+Oy0ePxvhrpuH2pz/BtuIqjx6xoMg4NGt7HlCRR6qh/DfMgAn+Mwl+ebvkaB5wMgWijugRSEA+SAgI7tYTXxy0rUKR2DkBydPtPJAcOJXlS+zFVloBk7ZSpGU2pr2ZpgnRYUU/IhFbemEnwrc4pEWbBNlUNSHPT5POJCVkQ56Yk8NCVdJEWMilriACQhHo5Ejzdqc9LisWic0D9MSuTIiOBYyTvlnYP6VWlxqnIuOQSAFqERGhCYmfM6h1pA+Ng3wBnjPh1dKhtGRBFG1Lkqb9kUWsRGRC5tnSMSkH5eQz53ASNAM8xJ9rXEJSYPk3SUlRsNTFB3ks9CICKNYCdEGcZ1EQYtAAPTaxkluWgKXLmg5F1TV2pWgr/YKHJaYHZQOsljqCyRwJCC6gAMoBGafGxTF9kUGmFIkAOhahREda0J9v3g6ITCKBHJpQMCQ/I5RXVqC0rBxOngelRIg6h+msRVRwMJJi6v5Ai7lvMxbQIlUmgu1Bi4qk6Hns9vt/I8hEUGwyQqNSULp/N564exVW3rHc/YxcvmIRliz7AP4pedFPL2P1qiVYxuet9Ty9HSvuXIlH/vUZdgIIahyJULa6mMFIOyELKclujmZz8qzWv1YhSDv9ElwzfCy6OnJRyXVUunk3+l3RG727n4gY78cabSv2/4Tnb78Blw8bgZEjhmH4lOX4eEvdZ1VCx0ux9mZge3YtreorCoYyCAAq92DT83dh0mUjMYLPwEtHT8adr3xVJxdBcDxad+mLaReWYTMfgVU7diBh4M0Y1r0JgujGu1Tv+Bi3T7ocI5iLjxg+Glff9jh+3FvtrQIYETj+rF7o23MEQrgRqvGV/m9T+cxDhz2O8WenwGcJVO/FxmcWY+yoEbhi3HiMG3sFLh05CSs2fI9S7+kNSUbb0/pgUl/rXB16Mk2UbK/CpV06o/Pxab4fxHgf2LnxQcwYe6leGyMuvQKTV26A/y9rG+EZ6D/6UjRNjEHk9p/xxiOrcMeq22FdL8ux7PalWHXfQ/jN/+La/zVuW7zIrSf6sq+96+kvUc3bcA/G0+3EFn7rKx9vLbgUg0ZcgfFXjsPlIwfhivnrsb2MBl4DjU1vjfZtu6Ep95i+Ei8l7MEbt96Gxe5re7kdyzIsuXMNNvzsl1t7mzbgDTPQMAMNM/AfmgHjP9Tv39It8xztR3JhSZatFnzcEFOAERCA1za8hK+//ALO2lpY+SJlloYoSr5KiqiwLYw+NUGKrRQBcqml9QUli3LhuMAkLVxJp6UVvtWKvgX10aaOS36b4fvvvsWGDS8jQH4iXYFJrgmnbOToWRcT7N8k0BsTbD1mr1brUl90qWEXOqKd5lEXflkkvdEfFVhsA09TH88j9cG0Kv2zQPclUjLZu2BulkVQoBFLVVNSaWNvAZluHnG3F8EtPU/8GnNriNTqW+q6MpFb4PHlikYsnOzX94EvXLEQfQHBXUAZWTL1wiHFRunzqjQGSAuvw0XLmtS4rjwKQgoIh3t3niPBLBAbC/PULl0PRzDF5FxB9JUizg8kDibsDsNAWXkFioqL6dekXMH3OBJKISACaNO1FVq1cEFLZLVug26DpmHd6hUYcJL3K1fLZ9nvG3ETUX4bwJwreiA9LoyUXZxF+PGdtRhzzuVY/PgbeG/jRnz66ad4940ncdNlZ2P2U+9B/g6vrY3gqCR0G3IjsH8rTBfTr1VVBfju/Udww9RpmHZdXZg6aTKWPvMr0poG+1nWQzpLkbM5FQs/XYaudYdWx6A8twjd7hmCbo2jfGTVu77C6tn90WvcTXju1dfw+ptv4JVVc3HRyUuw/ttdPh8bgqIT0b77Qtp/wYR4JWZPuQ5Tp9jjmHoDZr/2Gworain3lNrKYmS/ORszXGOeMpU2M7HsgTewJ+ngX20Kfn0Tt0w4HkMmLcBLr1txrV89GxecOASr//Wb758zU+Fo1Lwtug0AdpTy+toFBJyXBFVSiuL8IhQRSorz8OmTC3DVnY/j3Y8+w2effoQPPngE84Zej1d+zvO5EwXHJCIp/UyguNAzkP8A5qzci91NL8LVC8ejDdf3YUMo3wOcORLtE3w1S395AUMvaok+l13vs/ZmzJiL3wsrccyHciAjeR8WvLwJW3f7biyiE9LQ5ZIrgZ377bl1onBvPIa3OwEnZEb7dFn97duY8BuQEax8+L7Ewa4qX606lGzQrk5FYGGxZy0U5eP7d57DA/ww98Tbm/DZpo34+MOnsOzqOVj36e8o9lrCjhCurVYX0O12mM4cVOEmjOnZlLR3yccHi0ejbe+r8MBbb+P1N17H66+sweQLj8fs9X/Qxks3IBEtj2+PrucB0W89gqmTpmKa6xriPWHGzLn4o6jKy4CosxzbfvkQM6+f7r5vTJ18HW5e8SQ25cYhnCr/58Wsxf6c7eh9xzu48ux0+GzqjymY/cjODcecd3IwrkOslwcT+75+FretuhXvGumIdHCNmEX4EyMw7qwOSI5x+Oju/+1dzB/RAUOn34mXX3sNr73xGh685Ur9HHju8z/hdWrBmzba9pyMq7AT9bxbs/w6q5G/5w889fijWL9+Pda//DKefXQ1pg7thlvX/4DCSktN10HBiI1rjvNQAm+2ljVU/8gZYGql45K7i85hSQnPhOcfWXahlggpA4EUtA15LGCCbNFaJvawMCpKDseGDJNqBEqozEKcxpacOPlOXltOfdc0SbmApozCpC4br+IkLjquVnCyaOkU4MbEyWRQcxmAmIsPadk5CyUkLJ7J2GhFfZqKExvkmrNR6tqRaIaQTt2HCW1Ghvhy6ZDUegetGJNLJqhTDASRVgTE2bsOh6hwLJxyFps2GTd7FAZB9G0lmFZQbj1qUWRqkL7EJ02oZ/FEX3jagJX2BalNnhGTdmTWKd4WgpvaQvzLWfGoix9QZgL0xsqr8DMD2RKuMF2aTJVhCINg8YjYxUWLjsZ1ZQs5KCEFhHNseTsDYrRKKbAQFAxDwWE4CAbk/7Jx5e04yMEwEOQAIoLrKphl+zXT0PWhKgXJzL/bKw9zPz1lMC4HVFU5nl80CVMmT3M/I6ddNxM3XL8d/r/cWVn8I569+wZcz+etlYdPxXXX3oonNv2CYroPOq6R56WxCkQo98CK/NriHDw75yz2p6D4HFJK4fQbHsdPB6oo9S6ROOmCAehySjfkFe3DrhbD0KPr6WgRr7yVULT9Pdx6QjsMnHoH1r31Ol5/8y28vHIaTj+nL9Z8sstvhQSi2/DncRY241D/FYRZ+Csen39DQj08AAAQAElEQVQ1ugyciHvWv4rX+fx786V7cO2FnTB89b+wm/mxdxBxySlodfpg5mkF2F4NTBndE95PX9Et++5BtGt2Oqaueo7PU8b5xno8cuMIHJ88Ehu2+s1ueAucc14nnHhSPvJrxLo+kHVVH/+fw5P7gDzD92VnI9sLcrbvQUFZlb7fHHm0TmTnAcsn9YHnN4toXbMLbz8wH4OHzMBDL7+NDz77FJ988hHe2bAG1/Vtjzlv/sYPaNSzS1yzDHS6YALP1QEccgadFdjTvAdO6HA6MqJtY7sp+XotOpx2BRY/+wbXBs/lmy/gjil9kXT2Avzg990toMX5WDyoCYr/2IqNDy3EZMlV7Wvm+qnTGfN78PuvL4Ga/bhxxkyva3Aac9zJWPZMDozgZogNboMQlKOkoEjvy4qLyrHr3TXoOftJyA/bfvb5Ru7L3seDcy7G1a/lArADlyY0Hi0TmqI1DoBLFfUfZcieeyNm2HFa17fcE67HDfeuw89+P7RSvw8/Lm/KspQrvNaBXhNbdiCvuBw1fP75WTSQDTPQMAMNM3BUM2AclfY/TZmZniS84KPJSpOtR5Sp+QyWyVJoWCQ+/OBdfPvN16gol59VVtSmjMVtQ33tg+aCCoiSTmCp51/cdqIkygJaiRL6ELYmBRGZm6fcbBFJn4BCOV9G//DD93ifcRoOnhImmCYfABbQmD5YaOIkmLSQfrxAc026c4IVgUUM2Chqs9FskzzZOEnr4RET03qAksMWRQ2a2psZElJspjRCUsj+tRZJadnYRXSEw9FojtAa0WOimUX41G59Iqb1Y1hUlLFDj5ZsyCG+LLDOuR43hSaB7mnj0pLWFYHglshSY2050QKeHQ6HurI4CF4iLdeVmFCgGI1SrEnTCCTtboUBfSjWSkktfdIvaRjshTyLKwyIKSsFpSwwpAWgIAdrcSkg00BSdnBKESEo+hN9QzZRDgcMZaCysgLF9gcQ8XD0EIxTp+zGe+uewlNP2fDkU3jmhQ1Y/8xSXNw+xo7Ny3PVXnz43DQgKILMa9ExJRohAUTtUpm/F9++cz02Cl2ah727d2M3YV9eiXDwyLPfYkdekcZ1FRCE8EZtMJqpmRdXizyVQkAg+4tLhc//YSN/ys6G5KiDfxRw+zFrsCv3APqueAzXdI5xsw+OVGMHWmFEu2YICuJ5cCk6C/DjF+/iuVVfo0lmFpLjYhETE4t4xpKEVVj37mf4JWcXdu3aiZ07d3H8e1BYFYSLaB8Yk4Tm1HOPoxGZwQ7wFBPxKmQ4ZPObnOU15jQkx4aB2l6KXmjJdnzxzpNY+GIE0tlHQmysjishNQsZcR9g0j3vYuv+Mi8DIDo2GU1POA/YU4kQ2vxy3eloFBmBqLhoRBMioxJw6lWPa5v8vbuxa/ce7N0v5Ad4L4cfQGS9CikQGIzYsGicjFKfD0Ai+j8Dsxq524sxccFiXJzudc4OFYAsvI4RiPDRqcXuzVtQWQAkN/c+B1laS65FjRxrFZkKPPc43v5lJ8pqvZyExSHzxB6YemIB9lTzXlJbidJWx6PlyaejWYiXHl8Vv/f4tUBYBgxvtheueI8wAoLJ8e6A5JGUGI75mUHIiI3yrIXoOLS/aBrW/UQHRbuxe9du7NE/AvcNNm7ZjXLvX8HnPSo0PB49qFqey0VyyxnI8LpPkI28L1/FA28/ibAmGUhLsNZqXHwqsjg1qyesw2ebt7OPXbyGdnLd7eUGuhRmDGCExiAjK9PrurDOiUMpcesB0oYjkHScj25KUjSC/WKB6+Azu6ZKdrR7fTbweuMmOtVOmNIeE5io3LEZTS5dgTkXn4yEkIOduSNwziCcNRIn0O+OhzD1dLmRuOxMlOR+hIfXLMODb8cgM9KhBc6CvcD4k9GyWSJkVWgmq5qiHdj47HW47f3GyMxqjnjeN2Jj49CU94Nm36zBTc+9jV95f6CqXRyITGiF06YB+fucNs+/MVFbY73gOnDgAAQKuOkVrehQBwwlmA3M6fb++TPeQpxPXLb02JoGq3/rDEge5rSTMN6l2BcXJK8Miy95EFmQkyx8walFlIValPM6MwVImfTjJC4guORZijxaUCo+xJ7Apabl5IpM9DQtutoe+gWb9EEMIqcqi5cPyTW1vmnpkjaZA5rUMuHUPNCXqYGetC5dUWZSRxFMzSMlrdAEsREtRsmGdkSUHj8RO27XbzVrdarQHHQLaf1BbJVSNAbVpS+iLiVySGnvdA2nk7XINJM2xA0Ch0VjuyPSJESDQB59UJPdmxrIpD+LLwHpMQrTGyi2+FZ/Jn2QRXWpQXtPD+LbApkx8qV/qklDMzLgdYgnD0k1raKVLCdaKKhoyvkCByfTIzwRulox1HyrEjW6oUcqsKZYarGAjlcpCkAVl8QwAPIsLvShFCmCUooiBUNaAApyWDXNwYmEMJWhoJQN9Gdo3EAAcaUMyG9al5Za+TAOcUikAv4qRYX7/FkHpRUldZ6L5LmK7CciG/FZz3u9KydNby5SA2IrmAuUCkAYn79NfPKhpogODoQhSvrkCuIFFX/gnqFZGDz/W6RnZCBDQzr+WDIC7Tosxi+ynfdSR3wmeqQ3Qtn+IrQ5NRVZrZsjyFvuLMUHy87Ggl3pfFalwJXjJjMfaJz7Hp59/HF8ucvbAHCkdsaVFwM7rcelr1BTpfjl83fxwq0vIDE9C80T4hDLfD42gf1nxOPVyffg3dy9vj8EEBmDpk1PwKmQZHgFurfSjjxVwbe4Z+kTyA6RZ2ojxMXEIDY2Ho0ZZ0bM0+g75mn4n8XGbTshNbULfVQDXDPwO8JCOpHjP2FkHWMxneyHtjq38X5JvZf5YmkVao/6BbWBsPgUnD73Ztw6fz7mu+C2W3Hz1HG4uEtzlO7djhLmUOz28MW5hTq3oHPzQLaeUrz1V3z20Sr8SVZtwX7s4f5yN/cl+/OtfGPlw18ir0pevVNBSlgkkhMz0QcH4PfZSaQecBKVPysXXIaiPbuxc+dOwi7muJvx4tKrrPNVdAB5+/cjL8/+Ia8PZ+OB9b/Cqzc6iUCbCzoAlVUIiW3sk3umNopFBK8XRS2fYp/vjAzfvDY5KgjhscH4+PnL+eEsDJGx0XpfFhUdhibnzNIu9u/dw70mc3FrY4ZX3uEHIC1xVSGIbByKsDZO1PLUuri+rYIDPLzuA/p+kNoYiAyBo07A1D1kUQgMS0T72XMxz7UOdHsbbp15LYb16IDIyhzsKa3Rt85DumoQNsxAwww0zMBBZsA4CP+/gi05k2wMamuZ6rHI3dBKsiV8k8k1wD0KH8ZOfPThe/ji803IL8gXIXzvyS7KdgLaatCq0MpuEREWiuFz6GBcHPrzoWlAFqPRxaUlKoWFBfj6q6/wwfvvo6qiCgaTXNPkk4YJhDUWKxadjYsbgocPHZq4Fh5ksJQLU3ybnBfZ4FgeWItP8kRX5g1eh/hwkYdqtS3oS4MMh7h05m2kafKpIyfB5Zv7DjHwaDJW7U/rW2yhxQwyCA2gDRXZwEWDh9jQsWx2ScEpFYEsrS9+9BjFlLrSt5bRubYhj4rQ88oEwqBvRZmTUEsQmdannpwP8QfXIQL6VZxvvUFha9JeiyUQypWSSjhs7UaZggiwJ/p1q2g+ecIQsdCUCyqglIJSBCEoU2wFIBVB2YgiX6NslSIlhQBhcl3pWMmv5aa3sqKSOVYVTw8d4tiOsKRkJCUnItEFjZKQFB18EGfl+OWte3H1SqB5IjdwvZsiISoUAV7aJt/ap3e+Hw899CgeffhRP3gYDw5sg7BA5T7XoHVoVBLS+NIzzzeL9PJqoRy2hRxrnbMFx41ZjrlDT0GEnlPAWVGBorx8vk6uz2kBmeejUWyoTwLoLCrAtt/fxvtoijDbD+wjignkv6b2xwlZTdCkSVNukpqgcdNMnNpvKr6iLMTWczd+9m7+MSBlhfux+ZdHgdhkOPzsDfl70C98iJ/2l3vNPWAEhyAsKlUmQluEZGagWaxG0bn3YEyYPg9Ll9yO25f5wrIF83FOs2hZlZay1IZCkCMA4dwqyiUkrP9rKMnZitOmPoOp/Tw70prCIhSUlKLmYMGEU5Bd6rc5ciCmSTPEhwJ7tmYje0sucm2gNpxe17bQRw9BSI/6CrNe+xp7SqyNm+UjEI1SWqP9hb1RurUCNVXFaN2sFU5qn+J7TvM+wWOrgPhGyjJjrXgPY+MpIWGIS26FVOxHheuEMO5qalTU1HIMRA5V+BEko2mY1mh1Rh+MmXIjFixajhX+a2HhQvRp0Yjn3hMLeLEGBAYgitZ7CRe3ber7IgOF2PrrFux/z0RcqEENrxKUhaywG3BGRioaN2nCa6gpmjRORqvTL8PDn2Tpc+KlfQSoV1yH0w6KxUnnjMITTzzp+Sjs+jj8xGN4qHMTPt8P5+QgcnMbtncYhmljL0SHZlFwRVV1YBsOHHRxHsQXP2w1bjcYax57CwuHdkZ0kGcO5c+DvPTIXbjpvt+QnhXq6Scf6NEkFhFhoV5OTZQW/I4v534HIz3cretSCEmPxC/LfsDvew5A1o2LHxQciviUC1HvfwIDHoHR6HjGpXjowUc8z4CHHsEjT72B0adlIjyIOnbJ3/k7PnlrNXijtTkNzT99BngbgZO5qH6hIukHQXhsGDrzRiJO5sByn3TqjwmwMjLyaQi5HZlcbRaIidiY5LvA0lfK1PmN+CYCxT61I5pIUSRMEZoWBfFJmumRqItUOJCDbE2LqmUjGPthw26IsDBmsA+Rs2etDxHaOh4+6NcC4UHuvdQRpu6HObqTQbh8SB6rQfNNUQN70yBjIKKLtjUp4ZyJvR6E1jYZFgEmWQRqS23qPkjomwk5QtMJMXGiLSnVQ1CcdK0mXOmD4wT16ZK64B5LmNTmvVsx1ySm+5IWsCwhh/gXkupU0ObCFpamKXeKb1su06dl1PTN22nFvgz6VpQ5CbUECUb0ZV5NzoNJf9T0FPpVnG9txxa0hxzkC6qUWAvDbtkokQmLCuJPVMjWHAhPGLAPr/6UUpSCoCCH1AJkQEBJxRgUeEhlA80Aq2Lj4DODAuZHTl4wR5q3izmt4H8Eh9kJmr/gILTM60FE9bPr69RL8zBiL01g98YXMeuzSDRPj4fDMGBocCAyMxPB2+fisfflj2d5m8Qh49QIzciICuf+wutBQa55YJPOexKzHFCkPUUhvHkM3vt6C/7I3c77iJdEJSKxK+ndhPpKWRH+3PIbXkIUohzwPYxYxOEFvP3Lft+Xx45AvheOQBPRHp2JJEMQD+z74zv8sPddxCSE1YlTxTPffmcSvpQ3+B4TIDoBrcOiAdTyenUvWNJWiU07j8g+eP+FI7PGeqXP2wplnnIkWGiTznjksSfq5jlPPonHRp2LzFjfuT+8z2A0Pek8jL/lJsyZNQuzXDB7DubeNBc3zVuE1Uuuw/EBe1FUU3d8dfzL/wUzuDkahQV4iUyYQQk4pe+DePgge8z7z26MzCOcfAAAEABJREFUWuVlglBExySgSSN+k+A90FvigweEImvHJtzQtz0SGzXWeWfTpk3QKCkDo947Ef2nLMWDjz2Ox7z2tY88+CjOjq1GmY8jILHZGeTsJ/gXn8D8hfBbLLAOhbCYTKQ2CtNk/On9MGbCDCxaenudfdntixdh3mlNuKvWqnblgCPQAUNO5xFMu23kaQ4TskfRGzMQk9IJl952C250rQPdzsacm27CTTffhiULF6F/u3CUllXqu763dQPeMAMNM9AwA0cyA8aRKP1TdSQZdTLhlPuyk7dBwSV5NplAk82wnXwmmDCUAZNP+S+/2IQPP/wAW7dsZUJSC4MJFZUgfmguubOQNnjduaUDzXUjmtI2FuaNkmNqWrQFyLCKTShDwcnkfPv2bfjoww+x6bONqK6phpJ4qKOcVijKKwTLAaDHSYJqrKH7ccpgNUNX5Nst+SY3KTInAhSwMDYRi28BzWHlLiJ0EYILuGi2YiMsDZYvYQlQykKBVTivJOspMt8uELHLlma0oU89Kk2JmIMUXFC75bg0xVY2uWIvoH2KgPZuL5xn4Wu2XZlcFTZKTbpnzSnn3JJrEuyiyBepNFxB5IpX0Fp6s6TgwT0MeWJIuYg0qitrPOSZosFWKQWefrChTHuHVZuQi5EqsEBqiliUUlBKEWNha7JxEqyiKANBSaVbpQz6UlBKAVBQSsEgKMXWYaCyslKDrA38XxxV+fj1vadw4yU3oiwtA4GSdzeL5IusQCiv/kNiUnDagCtw2WUjMGKUP4zC6PG90KZRJGSeoA8DAUERiOoMOCvx7z3OmoCp4y5G+6QQux8n9v++CR99tQPer6BtIZtCoGNjxPNtnYOUq1RVl6Mo720gJNTF8mkj+aFD//SMX+vq1Uf5bySqqhjXLjoM8T4jpHWJYP009hdVy6VA3C6OADiCwkjUALzOivK2IvXiBXj2rU+wZsktmD55AsaPH4tx48ZirBeMv+Za9O+QDIdfV7x6fP3T8/9pufAm3DrhAjQPsnt1luKPTZ/h+20F1r3BZvs0ERz/yx9hi9/6i29zLqbe8RYef2QNFt1wI+bOYuJOuPH6aWgW4erAx9NREY5Ebp/vfAiv/ub7s4BGfFO0aXs6zm+0A3k7itD45N5o39RzxQC1yHn3LTyJSETzfiCdxrDaUVjGZyIRVwmIRMsOZ2HGNefhz1x+xJGf8svJwb5uw9D7xLaID/P26TLytM78bORmjMMjr36EJ1ctwsypE3HVleO4DgQ862H81ddgcLdWiAr22ArGWzvkPseVhc4Jfi9tnOXILyrBfmdonTUktgjM8vnJOdf1FF//JadNvKpjR0OS0PnMPhg2bCiGDBniC8OG47KuGfXHe0Q9dsLVl12Onqekw/3Np/JPvPvEBzjoL1IczG9gODK7XILxw3ugVWKY+x7srNyPL9bfg/nznkN8ZiN437fkv+xJiQhFaJA310RN6QFsARDvzSatiyOczTYUlFailpirGAFB/HCaTrKUUE8JbYxuPfvjstEjPc+By0Zi5JCeaOu6//Nl84HsT/Hyk3di9fOJyHB9la7HXQPrnzUDko9p4BXuZGiSv0p+auq8Xa564VIgKJMr3ZDUenq1Kmh75rbS0g2liiCFrW0g9xCIkM8mMaMr3sdNCAkKpRcBolTzNqKOuBIWW5ELgNZOGosN2TClf4JThIT683bLiZNxiJ1FgRS4ByDFAk1pj1KRZP/il/Mh8+ISiw++3YSMBTyoRZEJqhJc3k3oOdESUWIHnBJtwxjJ1v4lZmHruzhVaES+LkSFQVu/4rQ6suUmrMeHCfHFiq5NWpi6lVpRX388kH7JpSHl7IM0zyCkfwHLSkRiJZTocLTUE64LTG1hUSYb0ZZRC4h7snQR3/TAqTKZK9qa7Ehpe0sqirIehBI/ogVh6D4tjiZpIzKlFAwFsNHDEJ5GIH2QD4BigtTQh1IKSinioi09gSuIpC6KMhCUVLpVMGAwdycBOZRSGlVKweDe8EjzdqUUqqprUVKOOkdoZEId3sEYcnduFBlaV0z/OrC6kr+RU4Qtm3IRX+bg2JWvX5IxDOvX97LBLNtHFhHj0HRUSBIiQzTqqQr24jlS0YQ6JSAY+LwIpfll8E7lZKjRSfIFRDYtdaxgVlehokQ+xHieo95a0tfD+/J5ecgacEkcCAwMhg4vKxbylHRJwCdlSUExKvOAoADlYduY0q+ni7CjwG/XERyBJvQJ7ERJxV6U+p370IzeePrmIQh05XLM53K3JWHC/AfRIsp2fsSNQmTaqRg5fJhvjiM5z9ChGN7nbLRJ4gk6Yn+HUQyKQrO2p6L/ZVOwdNlM7N2SA7/hoc5RRE5aNMJ53RCzi0JUyvHoOWQ0Rh1kj3nFhLOREhxg60sTiJDIMIS3Ba8poQ8B8hHEb9+WlZ4CIz4BHc7qhxHDL8XwUSPcOc3I0SNwYa/jEeXnMjgiwY/zV0gnSv48gEanjMF96/6FV+9cgJnTJ+HKevZlY6+6GpP7tfXJ+6RnvXJ1JdR/GByhSMzsgPOHXIW5s6/DGU2isK/4PxxTQ/cNM9AwA/+VM2DUjfq/h+O6JysJ2al0kiHJv8mNg3zw4B4ZzMHhFLmDQ1UGfv3pB7z7zlv4lB8d5NcRDT4gDclyRIeOJP+1/EpN0Ay2IgcVmPBqlJVJXCSiIsmw7puEtEJr0HogSk32I/3lHziAL774HP965x389OP39AIopdiKR4mWuhAbAfJkPALcfLnGpgel+7I2CiZl8h8TymbEqXXpg+EqgxV96UIWi0bZGZ1bqCDshYRLKi3BKuRbxWR/2o4kRTYqlkIBrp5MjkWRUvB4JmrrC0awTETBBlNvWMRGwKSKp5AjDIKEQEqLSNKnYk+AQYHEJ+MHOYogBfYhfCtSV20LtBPyOGc8SWSajAM0FQ8KcujalDCpxx6lCN8DFHozZfym0n7EyqPnoShlH7ZE9IlaK4AIfZFFhFoWQtwqLlIpZTPYEFVc3hAegQVK/6NMWs0gh2vB4XCgvLwc8qv0SilR+PdBdQFyv34Xj669HbOvuxn/SkpDcgADlR1GbCiCAr0TzWMM4988BDljVWiNGWNG4Nz2TRFo9+cs+Q3rFz2E34qMOgmjeyStwxHKMdomNltBnyub+sc06lBx8Zwx0MpauTcR8Smy9oHqwlxE9LoDd9x2Dfr1OBUd2rZC88bxiIyKQHhkBCL8IDzE8unj6j9G1KIUfXDn5EvRNd21HTVR9OdXeHb+O9hXybk5aGyNYGAFnn1HNsFeSkHxOO7UczBg0HCMnzwRE6+9BtcQJk2fgR4tomnjpXssqApDWtg7mPjw1+Be2eNBRaNt+45of3Z7lJB7du/uiGfrLpVb8K+3vwfiIsFTrtmx3Inf+c02FFfL5wbNYuVAdFpHDJ1zP7J//RE/fPcDfvzxd+Q8sRQjzjkBCaFUOVipykZuxPV464GZGNyrGzqe0BYZTRMREx3BtRBedy2EBoC3poN5Y6jBfjJFfQL+Nw4nT0vL/pfisn7d0SRU2YOuwq/PLMeqj2sR+DddSrXVFdjz62r8iubw/w5azV6jwgLB2xkxr8JFdOjuDfc6c1vxGRSkf1r1sK8x3CZ1EN5ES3b/iH/d8yx2c10ZdRQaGP/0GdArmY8UnZtJ/sYcTHJ2AVfezjSKqS7zLjKUKSMiTl3BrHwNMLkGJfcD5dJSg0zW4s+UrErByfzYbUaP7NYyJ9PUMidM9uEkLUAH1DIhvy2raeHTn/QrcdM7u5NaNKVl5+SInKowWZnUp2viTmi8ljp2xyYFpuiwPWzeTqfSAxvpjCAUQdvTJyMVmeWPtC4SpXBF3YQ1d5wHxshooHUtMVyaJudRwbqSnIzLSf9UhEkF9gY5tJ0pPkmxJUZ7UwM5MFmJjkaES4bthhSFLCIXoFvGRc/2vIMaiiAF9iExUIPuXLUtoF8dG+dYWh0HeWIvYGsJ27JlENYcuCVEaEApEV04fMajtI3lU7Mh8YgmeCgSii3YggaCK5cP6UMYUFBKwftwkUrZfGkIvI2ByhpEJDEq2P/IUHwwGg4DBvepZczb5SOIUgqHOpRSKKmqxf7iui/tzcg4XEjjYkL9xcWVn0s/G62TmRy4WK62rBg1lSUIcFhrxcX+e9saVBaYcFY7wOmA/2GEkrO3EvJcIuYusq6AOIQGJSEk2M22EHWIePWUsj+eQ9e51kacy7DojkTlcxCbOkVBHcIvowdq5IrzNzStVZMUAd+oxB/Bl+lvDINx+TJDEO0I0qwv9m7GFs6NJlxVWDNcNGk53vv1F/zMXO6HH3/Bb3+8hLkThiItzKX0D29DEtG+73g8cil8PlLVG7WkFgnhCDZUveKjYv4lFyacvEfJ+wnjiDuVh8QRKx9C0URVUSGan30ZZt82C8P7no3O7Vsjo3kjRHM/Vt++LPJv+OGsQwT094kCo5DRfRAmDMkE0+O/z2+Dp4YZaJiB/5kZOPJ78j96SkwmE06ADxorAZIUxoSkHWTpXNbFDwoKRn7+AXy28WO88srL+OSTj0nnw2CCaRgOKGU97ZgHWXYct/ZGhvhgQ77J/oRLITFoENwfFBRZBh/ChmGgsLAQn332GTZseAUbP/4QB/L2Iyg4BGCfll96olsWjUh/2jWFiqBxUCSgacYhyhy6bLD0+DlgjVNOqctEG4k/Jzc2HiYd+RLCcAPDsjYEbo4HkXGJ3MWRMATXfEFc4BaIxMVkK6QAdEVGPcVL5EKV1lda2ar10KxRMCAZozeIIqdCGi9Fi4T2ZQVIU0DTtleyWQCbJ7iSnSDEjVACgpPBopTSSanBc609uCuNQA7BBNyWJJRipYXSKiilhKoXRCS2loYHoxEEDCqITEFpmjVjAkC+/GRZgMOBgIAAlJaVobyi7uYIR3XUYvPnH+DjjzZioxd8+slHeOHBVVg8bzomTpyC6TdMx3Wzl+PjAwFICAmwepCEe0cBSisqLdq7lmEdKdBOOatg/hvvYnItJY4Yj4HndUKCtb9gr058fv/VGPdUMYLr+SktKljlX4Uoqai21qbF0bV7PWrKv+JVSwXvNUzSX+nvp9kJyyH98tZSj1yRV4St+0Ow5Obx6NQkEvZZJv+/oZjcZCu0WTQOF56chRAZDsOurdyHDx+8Djd/WMUXzDaT/LrFQPOmIbh/5S148bsCP7GB4JBwxCTEIy4+TkM88ehQh5/esZEBjZsC99yID3N97UNatsNpmR3JHIceJ7k+6JBkyf/5M3yY/TkSw0OgSEtxNEkCFj+Br3f5XY9GEGKSU5DZqi3andAObdu2QEZqE8SEBbhtxd4XqpG9LQLLHpqMc1okIdjVia/SUVE5eXVf15i8quQ2cTBHvtcPtQ+3uA/m6D/O5yhVM1xz/WXolBTojqb853W48caVMGIOdS5wVEdgRDJOG/kiphpbke39f7LQSwhhZyGfG5WMh7i7cF6ZfrjJuojMvR+3uluhMQoAABAASURBVAqlBdvJjCIca1Fo1nkYFr71Om7pshnZxX5xHavbBrt/+wx4zpTJq5irhw8WwayOzbp5O9eYXM+Sz0vrAshdiM4sGnDyRbobB2l6t2iTOTsI0tKAMlLMbS2a7m2OblgprcuKRXRE27ajsuVTeASyyaIecVoKInIOggxT98EwRKIbLaMBC0RH8gvI+G3Q9tQ0tQUrImLjFAM3zpmgPtUg4H2LtXCtSFcSu4VrRSpb+wiL5+ReQHwLUEQViy9duWhyfP1IB0q4VGcMdGHJGSoRMm0ZG/mtL0ZAiSlniq2ITam0e60vXOanEoM3CJua0lCfjZsgrr1ZDJqSoYNiy0I2CxGLJ7iy83bOGvnCsVySgFKKOTLBEH0AbJRUGqAPxVrAbUmCZuSyaMSbQZ5f0SrkUYu1eLEwiIBgEFig+A9EFLXYEFUEA4GOAH5sCEBpaSkqKv2e0ah7GIaBPyuq8GdeUR2hSmiN/mcAew72Pt9lUbUTiLwYGUkBLo67LdyXg9L8T/kxvK7MrXS0iKHqWMh6sBZKHZHF0AvVQt21TBwOcG+xDWXlbq6FyGK1sIPUXK1yerylXOMl++T3Rg72rBIbfyNvB8TrixOK/yjL3YcKNp5CX9Rn8bDqwfTcePOdhdhZxQHHRCL3/V/x8w+/w/8Uh8Q0QXqr1jiOuVy7tq3RMisNyTEhVhzevv4jeBV2/fAhnlh1B+66527cvfouPLThU+wo4nx4x+OIR58rZnpz6sejyd6ah5JauQsR9y7i8kgBfD6Z/MzGPSaLt5f6cZ44OTfeAL5XcgQE4ojstVel679amc4a5PP9Uq/JU3Dh8ckI+Xu2HX81rCOwd6Jw5/d4ceVK3LlmNdfCnVj1+Ab8nsdz4W2tItC970DNkfnWSEPVMAN/ZQYabP+nZuDI78n/yGlh8sG49M2PDx6iOl8y7YRXaJ3q8mHn0jGJKyaIhsOBfXv34JMPPsAD963F8889g99//RVlTDKdspGiJ6UUlDoIsA9JrCmFYvKmFDEvsPqGftGc/Uc21r3wPO6/dw0+/OBd7Nm1i7k/9RmDxEPCpc5eJWIGSUwJVxQskgKOV2jhEzRKmR6b0ARdKBCeBdqMXdBWfDJG2fi4wNKhzMfGhJOJXy1B63E+nARLl9sIJpKmWQsnkwvZwGkZ5dI6xYa4SXASLBsTJnWFdtbSnjrCF1r7oT8n+3eD2AloXSdTEBO11DEJTumXrUl9AfEhwBNlDdSaAF1LJTrS6rkUxAZ/2mb7NOzCQ3PexEZxvtmR5pMFkCk8RUTWAexD1ARs0m6oRaYixYa1VZQSjo2zUcqi7YYcV1GQC9aSAiJXSkH/43oED6VIEQyCUtRmK7jhMOBgIsYlwDVehqqqKiilaHGspRq/PnomTu9+AS640BsuwuWTZuHWJffgkWc2YONv+xGd1BRRQQ5PRwFES2sg64uYu5Ts+g53D1FQRgISkxLrQiJfJMfGIDommhCD2LgEtDx1CO7YlIHMMLebvxcJicPJVw/DiQkStOW67OvV6DrlPRLBUKzrLwyIu8xyWfdeCg5HIIJDjwMqmFR78S3URHVlOUqKC/mxtAAF/GBaWFyC8qpq8JKxVP5NtSMgGCGyaaj2XpmuzmQjPRTN4/zGy3zU1H+Pl8ilz+C8lp450pbOEvywYRUGd1FQkTyniTynBKUUrlz3O7SpVvxPViYcycehZ//uSPX6Mzrb3pyHvrd8xcD8xkSOf3GENkPojw/jkmFDcOMjH3LTVt+59bf6G2gVilR8h/7Pfu7nrAk6nZWFoMUj0D4YnsPci6//9RV+ea8cYcG8N7gkRhQyEp5D3/EP4rey+s6/S/EI2pKtQL9VuLBTgr5XuS3MCmz+9DnMGHwCoqOjkcB1kEhQSuHSe9/H3tKD91tW7beJNQIQ7AhCKMrhdHfgQczqChSXFNnXUAEKiwr5QqS6zv3GY/E3YeW78dWHb+DF51/CSy/4wXPP45lPNkN+CPzoeqtFSJcXMLaLXJy25YFvsHbFA3h+G3AsH5jMigJ8tW4uLlv8In7fV2E7lSYQjdv1wOWv3Yk+u3NQ6HUvcFBcyeexPKOJ2kXBERGLRgDq/f7Acw4kIjo8EGJPNV3kmeyslX4DNF2nKt6M5+6bjysnXoNrp1yrYeKkKZi79CG8+9MuVNrLwQgMR9Pjz8Slsx/BZXwpV1TfYqjjvIHxn58B5oMMQtYBE1NizKh4+bNo3KpISZEkjA8/abS+JaQBi8iF5nk3tY7J56RJlwThEwSzgPpMfpg6EqEhcShREJwsot7F6o8cipXoEpVG84nrViriUqhGsVULrT26SOp5x07SEhNxqdCYPEYqPA2aZOWkSLSIaszSEUr6kSFYIDqUkSmYJSft40skBPLoSmtSg61oW3xwgkzJvYXLezOoq2k9v6JngeaLjuXIjelx0kYzGJibJs/n3sHueNosa8q0vkVp1LKDPkXwOujSi6ofdbsTMccgNpKj25GDLIBM4SkiylBwHQzLKwoXV/FDFqjp8gB9KKV0K5VgSkkN2A3cBxkiERAeSeoouP5pnlAUGASlFECQuByGAYMgcZWVlR1Z3s4PJpE/H8COTb8jH36H0QxdJl0G7MqG1+0dvocTBXy2nLL0ZLRw/dCSW6EKuzfvR/5mIMj169Bu2bEhHC1qft3j99scYYhvGQwVXSlLrY5jZxGgMqIQBL9DJoqsipoiVPr/aHh0MvpRVvfHKcisrgQ6RSMiLtzHp1wfZeXyP5EFUqluUZzr4BB5Ntef8x2gyeimSXDwfBL1KuKZZCFzezae4kBYVLjOxf3THtGxrRAfHSSkB3jNVvLaRWAU0qtfxtR7n8ZHP+yBPR0evTqYy2MdwSEYJko2f4Jnn1lXN895YR1eeO0j/La7/BD29YlqUbrrD7w5aTIm3jATM6Zfh8v7dseNq55DjvwqMzxHWNYZGEbSTgOI1VNkeopr/PItE3u/34CZ5ymogAQcbI8ZGxOD6JhoQgzi4hvjpH43YF12BuKDceiD81/D3LOE+WZBYYHevxWVliC+aCs23D8PE6dNwiQ7n5G85uqJE7Fg9RvY4b9OK7m4D93TEUlra3bxA9dw9O+W4qfvxP4vnsZlZ6dChcZC8nANXKNq4huo9NP+vydNVBXvxKYpU3Dt9BmYecMMTBrRF6PHzcfXckF5B9S8A64lXUVoKA0z0DADDTNwNDNgHI3yP05Xnu7Mdln0g15IxSDlkW7yYSS4wZu6SQXTTuAphvWuWMHBF8IOJjAKCjn8SPH044/ixmkT8QI/hvz4w/fYuWMHCgoKUVJSCkk+5advqqoqUVVZpRPRSsEFSItc9PKpv3P3bvz0009Yt+4F3DhjEp547GH88fvvfCFkwGEEwnAYYFhWUs3YIIFDDkEYPXcGzGeY+BEn2+JaybciLRsyF49K5LDQj/ZJ1CrUIA/iSEBwssJCwvD2G29g3NjLcNWVV+BKL7h67BUYP3YMxo27QvPHkr7iiivgC2NIC4zFmDECYzDWbseMGUPeGNJjrHbsWIwVIF/accTl/wPQQHz8uHHsaxyk9YHx4zHeC66k3pU2La0/3HzLrcgvKIBhGJwk15xJa3KeFQyZNJMiEGQe7AmXdWHNn4JT+Fwjiq2hdU04ZYdEWtSFT2cQUFDQBxuDzpUiwmLpQZ9Xy6+p+1air9g3ACdB65GnFJmalg4JgvuBUrYO+RKvS4sjpQcQKBcdNpAW9kFaKcU5cRAUAhwOiLyopFj/5+f6oxH+2qHoEsFxiIvzQGxMLBKTG6FR40ZITohBeDDXO2Px6SksFli3FXsKy3w2PaERCUjveg5VaxAWHo5wHwhFQGAIIhLikdQ4CUmNEtlPPKIiQ/X4OFTa/eVSx0FYRAuc1DkJ7iEc+AJLp68EM8s6ur4MjhHfY0d+hc+v6AaGxyC9xUBkYSuqXCcTcpgo37kfLXuOxIxbFmLhIgsWLZiLq4edi8T9JagVtX8ThEfFI7Vdf2B/gbVGvfqpzecG8IKzkZUUBsObX1GM4gM/W5xzmiPSwuzaidw37sOUoZPwbE4KmsdH2OczVMsjghxwz6nm/KeqICQ3bYEWLaLdAVRufQXXX3Q3ItMj3bzDIQERKUjb/yZuu2wlNmzajBJ9odtWNWXY9cPn2PjxZ/j0w4+5OSyTW4At/GtNQHoMjJmr8aHP38ECGp/YF+8MOtXHee2237EpexO+5odD/+28EZOF5u9fi9YXL8CHv+/lx4MilFVUobqmFrUaqlHOjwp5O3Px1dffYlu+/67N7mo3227NkBjgIOIpe759B3dOGoTFz+UhhveICH1th0G0wgMd+hr2aHuwxkTv+m0Ha+8Sg7TWqUg9xUCZ70UEVO9FTvh5mMZnwkL7Glq4eDFmT7gIxzctqPtSBH/jUV2Ez95+AJcM7Id+A/xg0EAM+WIHnzNH218oOvc5BSEus5p9+GjdU3ju+bcRGRGOY7mI+LRDRX4uHplxCda89Q32V8JzqAi0OaM/rrlnMiKK96PK/mITmgCs35KHA8VlHl12HhqZjhMnAxU5dbeg1VsLgKtPQsuEOHivt8ryIuz57SkgOsLLlxdqVmHPth+x9q678fB9D2t45IG1uHX65Tin3QRsyC3wUg5B04w26DQ5CXvz/p13SK8uG9C/NgMmzZlXsej7oJDyLND5jeTtJAw+0DXNnEzktIDk7RqXivdXk3mtU+TiSBQEiJvCI4B62gd5oF+LdvIaNKFZUnENW2Ymn3s0IGGKrihrEAYsfU2bOr+TfFDSQ0pZTA1ixpC0ssUhqiXQvSjau/jaIUC+CQ5VA/Rh0siEyY+NoDMdIlnSl4CpGVpRe3NKzY71cKkHGQV1RE/mxtIEu9NCF6n7U/aEOtmPU/qjneDsXeub5BMRY4KecAhPkW+yTxLsnSJ6NWmrwcaFa5BHUuvo/FpCEABPsC2QvgQFdUUktIBSyso1yGShWNeQw9R9C6ag/XLwivaHytuVUuxViRGI6OeNUqRZJEBF9wLsiHITsv6UKCoZCTirgNYjTykySWpd9iuoPyhl61BgMj66JwYYrJUG1i4dVyt8zVaMzwFDGXAwbxfbouIi5u3V7FIoHPpQDj4bNiNn8yZs2V9XNf3c2Xhs7HHYmrMF5fb93aVlOquRl50Lde5i3NG3LUICGJBLKG3pdnz146/48o9EBDuE8dfB0RQoff4L/OnjKgQZXU9ChrOkTozg+d/D9CPz9AxE+dhUYMcP5Zrzx4Ey7D7g+0xSiS1wyRnAnjwaay1XZaJyfwE6nJSGjOZJCHCx2Tpr92HbR0SSCfWVsCg0SjkePZCHUqefQm0BDqA3erWMB0+jR1hbhrzCfcgRzupfsUtaL0hs3hqpTU9DfmmFLDkvCZdgKb88Zd6FU1J82MDenXi/+ADiAgPgiMhC2scL0GvsPDz13q/Ys78IpWUVPrlcZXkpCgsKkPvJE/iK6b0b7/TWAAAQAElEQVSft8OSZbs+x+Ah/evmOQP6Y8BDr+H3Qt+5P6xDUeB6D2SbkJSE5EapSI+twUPZvyNnVym5nmJy3YWRPOSVEM2z+Mgf2FHhfa4VYpKaIKVDJ8DpqHePqYwQRHNvmSx7TEJiUgzCwoJgGIpXPjs9WHHWoCysEU69dApuW2zt3RYuWoCFSxdjaMqv+OT9V/D4mofw0H0P63zmoTV3YfVdT2CPmQgJ1dtt3s5fSQYT/loxmUcFBXZBo1BfP7W/PY3zTxmKR76qQfPkaLj22aGiFhGsc3JB/6PAeyJPM4K4FpKSGyOzWQI27vkKn+QU+IZlABL3IdeCr8WhqAZZwww0zMD/0Azw9vHfO1qTyaeAZAmKd0BJgsmyB6T4kGOxk0+KIboCYKJiMvHTOLWVUpA/DRQeGYVmWUwMt2zFKy+uw5q7VmHZonl47JGHsOHl9fh048eEjfhs00Zs2vQpPvtsIz799FNs3LgRG17hA+6xh7F84TysXbUCL73wHLL/+B1NU1sgMiqaCVAAk3XGwwBZGAv0oeOSATCpc/HtfYnW0TzK9UaHFhKzgEso9mTD5BhkDkzwH4cutMhkg0COcC0gMyQ0DC04ThdkEc/Kaq1/PTarVWu0bHkchG7ZsjVat26N446zoXUr0gKt0Yr8VjbdqlUrtGzVEi1aZCGL0KJFC2TZ/xlYJlsBoTMzs5CZmYkMb8jIQLoAeemEtMwMNCetIT0dzQlpQrNtnkaakEpI0ZAGwZunpjBBMTglJpMURZAZIZgEFmlkDqgALSSDBXKYwuAkKyHsSuuSlvnUYpk5kwy2utZ6ZNBONjfCEyBHGpgilyuL50QzWAkLMMUddCUM2ksDHkopiy0tgaw6RSmleeLfqbUBYSlFPoE1aeUBJm2SuMmHIYdDAgLy8g6gurpK6+DvOIIMPfeG4WmVYgyH9B1N6Vv4cfsBnxeSjoh4tOk0BiNbF2Lbvio4AgIRGEjgy9SKrdsRc85ozF2wAnesWImVAkvmY9LgTti8V36amC7/3aVqH957cg0e+f5PpIWHHKa3UCTiVbz7x35wuj26wbFocdKZGDuoBbblbEelvg85UbYrBzvSe2Pk5RNwzZVjMOaKsRh7xRjIx8eBPTogsHA3aj1e/nbMiG6EDl0G4soT8pCbvReV8usZvCdV5Wdjc/WZmD/+FGRES6oJ91FSuB97fv+XRfM+ayGuugQFOwqBEqBpdLB1Hrk5Q8l2wLgM57aI5wbfpXuELa8X8JPZls2bse3PbW7YvFWuLLlD+voxzVqU7jKxfUc+Ko508sq34bmFF+KFkDQkO3z9HZJyVmG36ohJa69G39NaIsLwaO//43XcckJnnHZ6V5x6xul4JbuQdwKP/K9ghhGLiJBHsOGDzfJY87iKOR6np3kFgXL8/usP+OHNjWjk/9ODtlVgRhbSv5uDM1ol47wr5mD1Yy/i1dffxltvvIW331qPBxZOw3lNMzFh3fcod3r7th24Gq4F04XrtgJlhXko/gKITg9DUFAg10MAjOptXNN9cVpWE45BK9atmpH19DfY5nP+HGh64pk4r2c/5G3LQXG1kwvARE35XmRvNTHwuqswiR/MrWtoLMaMvhwjLzwHbePykO+9H6brv7XwvhcYFE6XScjic88HyEWgASXtMUMVtn/1Dp56biU+DU1HROAxO4IyLOMVw2fi0U1bfNdOSBOc2XckZo46GUWFJeDpBCJigI//wJ/7ClDl1W1wZGOccsl96H/8NmRnF6NGlHnfKNuZja3NzsKKXp2RkhjqZcFrMi8b39wDRMZ5sf1Qw5CLLwwxsTE2xCE5VpTeQnFJrc/1ExwcjojoU4FS78hEtwGObgb+b7QlfxWQkyg5luJ9ncXunFcIr/VariO5h2hgpfXlMtfPS5OmZIoFDbWMZpCri8mRSIRngb416NSPGPRBBZqBy5Rr20StvNBnf4og+wKtI5XokVcrfbLVNuTZIisGOnHx2TV57IU6mkfKSSAJKxZiWiDxixfqMmaZA+Foe6VoIXzNIW63tqnoClBAn9SjP06LkHRogkOx+QBdgRoslgZV4WQndEW+VSQup4yBHgQXIEofphfYulYjYjfYLNAtxK8b2JngdML+TejTQ2VTg9TQPKpRxSSuCLAO09WYvC+RECVFnqBsQE2iHr8i0zzN1R+oSDIek77Bgy11JEYasZB2WroUuouWG0JSmdYujAbiDrrSIlOj4KGU0rhSbAlk1SlKKc0T/06tDSilNLCSQiBtKBHAcBgwiAsEMPeVc3LgQD5qaqpxZIdCCHO1V7/+Cl9+l8NnrK9VED9a95pxL9ZOH4bG+3J43852Q05uLc4avwAPLhmGDo0iwYi8jJ3Y+/v3+OqLx3GgaST0VHlJjxUNcDTGvuqX8H2O08dFeNs+mH5Nf+zZkoMDTOB41uCsLkduzmag32Jc3jnJRx9lufh0414+WILw0x+7sX3bbvssutSa4axFa9AveAuyc4tRrdeAE5X5OdheegoGnd0DbZsGu5R1W7P7K7z2ApAYqcm6lRGJzBNOwUVXtceu3GwU6l87MeGsKkD25lL0uWU8OmXE+L5ULinGzt1/4DOE0N8T+HGbydZTVKMTMPiivmhz4E/kFFSAtx+YfMFevjsbubvPwk339UETj7rGduV8j5JdPyAkMEDTAUnca+94HJeefRwadb0Ky+55HK+8Zedyr23A8/evwLg+scjsNgL5vt3jSA5l5w8+OY7kPEkOIDwYDq7fI/Hjq2PyegeKK6tQWVmKzfnAKVGRiIsM8lXjTa6cHN+1SYZPkRlah295DrzZQQmZOOWUwTgjYC8/jpjQ+0vuMQMcCoXcYzYdNA1Ll67AitvtPeb8Wbj0vNbYXVTt7aYevBo7qxPQsetFuHz0GO7dxmq4YtR4TJkzDlH5+1AQEYfERslISopHiPyJ0TNHoVefdojw8VaOb999FjCSfbjHSpj63u5rnbf/d1RmAilx4e7xO5wHsB2BmNarJQJ81f8zFNcki/XDxpUV2P/nfgSYMWgeF+obD58NsvtXvtwGqmEGGmagYQYOOwN/Vw5z2I7+nQom0xzJZWSzIckqSfC+yGSfEuZUppMVi/AsIEGe2JgMjFo0MfnwJfCBEWAEICw8AjFx8YiLT0ZJaQk2b9nM5GojNn78MT758CPCB8Q/InyITz/5EFs256C4qBhxCcnaTuwDHAFwshMn+6Jn9sEIGYCTYAql+cQYBFGAuhooB+Mw2ZrkEQVRLZdW+JpBQuRORm4BHXE8ikD3UhPIk0KgK7o3qW1qMVm6pRKLtoL4NaVDLbE1dCM2nDebr/ulQxkbqC+0KemyKS5E12ohMRJcYzaJC48dWsXuVniiYzGlpiM24klsBOjR6p02iphsnCF9E0C/SvpXNJJimQsmZhAReBiyC9E6HgV3v+Sb3F1qia5oIIV86Q/aloTwBKijKdoIqXEiEjPsDk1pKWDRGwbJC5Xw4DmU8uYoLbBqjXpV5LK4GbTTOMeuW4lDAynqKSUVoJSCrEWZw7y8PL2RUooy/KeOAKTF/o77NnyNnUVeP36sQpB64nmYftfDmHlxBjc62cjOJuTkImPoDMy9egwuHXgheve6ABf0vgC9z++B9sklAMu/fSRmBbI/Xo87n3gdBcFNEXAEd87oxsATz72LzQVeY+QqiEk/GYNn3o27Zw1DDO8bORxfep9puHfZVJzXvgkCvAbjLMlH7tcv4mM0RZAX/+9HZe57YOLd67Bi2iWIl40x4wrvOgHLHliAy85s7ffCtRz7+ZLziyeBRhJMqf8GIRzNT2qPNt2AHTk8h3Ies3NQcdJE3PXyFHRJi8RRr8CACMyYPhOzZ87G9Oumu2HOzOmYOT0eARKHGxSCYlviomtnYdbkoTglOb/+vzrm1ifiLMZXL67BiLVxSG/iIONIi4nygnKccsEQDOrdFU3CvOwqduD1VQOw1kjTL8VFEuQwpPl7QBmIDAvF96+/jl+8fzjfz7tZvAe//7wJb29JRNghhuaI4kdsfoTe9fEjuH7cUPS7sBd69+2NXhcMxMRlLyCbfpuEBuCgtw8ZWlk1nzNUdJcgJDRvgXajT0QhXxLoa5prYXP0ANz65A0454RmCFFuZV8kJBX4fAle/b7Ilx+ZhT6Xz8TTd96Ak4pykZ2Tg93NL8At9zyF2/od73utmIXI/T0b378M8Fucr5//GspE6Y7v8Mpja3HPm4nICDf+hsgTkNn4A0ydsxbvbfNdPMHJJ2LQFVdjSEohtlTVAgGxiP/lBbz2dQ7yy01P345QpJ3UH7fc8ThumtAZ+3NzeC5y0XLA9bh/9RIMPr01ogM96qipwJZN63F7VSwSD7oOFYJCI9GhawdktsokZCAt63ic1X8qlj38Ks7KjIL3cqmtrUZ1VR4QcFCHXgE0oP+UGTBh6vuEk61O0risJJXR+RhTTVOSYmnJZGGKR4I8pp22hcnW1PmsU3JAismgK8uRk4qWnc2y5RaPdrQxCXRsK5g0N8EuCGwpY02eE04aCZhCUUFaskAUYD8eH06ilJJHc+KcbcF1SLqiPmCS52TkFpBPNb2mBRVgP7oQpyq7MKltCssNNGHRVnRImQTkltKQhR2RYw+cmO6XDk0JnAGa2oY+qCs4vUBaViym7pfONc6K/VnFff+nvcyLxZWajtiY7Ev40mp7dkE2sx8TijbQfTMu4kquZiVSgklwFwVXP4apABbxBfsQ/xolv768XWzdebtlrNWlogkYCLwPK1YtYfRsrcKYAYPOlL8PzbM9EBdMSeUHSpHL4mYLzR6gx25zXXKRCc5WGQoOhwNOnqsDB/KOKm9XgRFo9NmHeP3tj/HLvir4Hg7EZ5yGS6fehHteeR3rHn8MD93/EB55+Gm8+q9ncNvsCeh1YjOEGL5W1YWb8ckbL+G1VyLRONRP6Kt6VJQREIx9O3bgow++hrzY9hgnosfEW/DimtvQO30zcpgz5AYdh4lLHsR7C8eidbhHU9ZF/reb8M7239AorhFiP/sSX3/zA/4s89YBGnW6FLdyvPMnnIoaeVZl5yKg+7V46JWVuLTXiYjxGZYT2a88gKeQDPmRLV9PHioitT36T7wbT62chtMb70a2xBnRGdcvexi3Xn4mUv1e4Bce2IWtXz0GJDdBPL7Gixu+g/cOAQhHmz4jcd/LD+O6MxKxmflzTu5eHDfsVjy44XZM6t7c07lgVX/i600/4o+fgxAcoISjQYUk6Zwzveod3DptLC65wM7lLuqP4dfeiHdzU7Sez5A15z9RKaiAIES0OQEdW6Ujo8XJuObGVbhpWC+0SgyE91Gb9yeeJ+PQcQchNeQHLH3uS/j8zkBANDqcOxgLn1uJUVllPFfZGnJyt+C0CUswf8IoDLywj95fXtCrN84/8zS0jitF2eH2mEYQ4n79Hbm//IQdfluh9LNmY/2TK3FtlxC9p83ZfACdr16K9QsmwvstlgAAEABJREFU46zmwfA59n2BFx6qQVSKw4d97EQF/H/mJzbzXAxrC2zfYo09m3uz3LCeWPDA65jYqfGxd/U3WiojACFNW+CUVsz9Mtqi7zU345EbJ6Jbqt985e/BB4Df3o+MhtIwAw0z0DADh5kB4zDyf7xYknVJhJ1wSj4JCzdJSUokIHwBk3LJrgksTkWZnYQzD6WMQyVfECetTQHSLEx+DcgL5JCgYAQHByEoOJgQgqCgEASSJ2DwY4dhGGJuAz3QscTHhnGBHYI5Nz2yMKfVPKdsRkSBYOmaMDUP1KciLPDlKUZHsaiI3AkogjjUerSH+NOt6Fk+OGQIgON2MgCZK90ncVOANqINfYgNETZO0RegP9F36pYdkie0BolDQHcgdjQUnMBChhSbR1RsIP3ZLIt2kkUG/RJhKMTZjVNiow1R9kCe2JEGR2Nyo0AO5ODMuc0E1xstGgmu/VNJcDa0lJqW9KXEK1s27FP4BPmQwEZ4On7dj6UPbU0ui6DSeAwppa6YC8DrMKkswMaLS0v2bZIjwMYq4oMYGyilCCCYIAZIrViTzxpykGQjtaIUUMqAMogrQ2+iZNzy/36UlZWiVv7cAf6zR0BcCrbfezce+XSrT4JmhMeh7ZkDMXnRI/jp+6/x1Rdf45sffsJji6/DRZ3SEKo8cZft+QGvrd6AoNRQD/Pfgpko2vwlXnr4Qbz6rYE4/53hwfoMT0PMy0ux8rVffMYIvshv3uFsjJg8D8///CN++PEnPLzkegw950Qk+b2dzt/yBdY/9h5imv+7x8hBhMajzWkX4PJp8/Dsl1ZcL62agzF9OqOJ3yaupmgvfnz3STyLpghvStunvsEeNp7iQPwJ52L6gz9g41uv4OWXX8c7H36Jd++ZhVHnHY+YIIdH9UixqLaYMnUKJk2+FtdO8oLJUzF5aldE+/gx0OikPrhy8hRMvGYcerXKw58HfBT8iFrs/eoN3Lv6OcQ3iYKD146fwkFJJ1/qVkW0wsCRw3ByszAfvc1vrcDENUDzjAAf/t9HKARHROKbnz/Apm/2wazXcS32//kbvt7wCPKaRcGoV8eLyXtGcGSS3jxnZfGDiAtS4xDhpVYvKmth/Y/YXl7tJTYQmdoRw25+Cl+8/yY2rH8Fr7/7OX5YtxwTLu6KZof8KhGE1KitWH3vC8it8HJJNCbtJPQfdR3u2viTvoa+eWQRrhnREy3jgin1lMo9W/HVR+vwamjKwT+0eNT/kVht5X5sWrca99z9IVIzw+B1G/xL8arwLDT9aBGmLH8Wm33fPiG6bS/MWL4Yzu2bUQ0HYlIO4KEHn8Wnf+z3WWeO0Di06z4AE2evxBc/WfeN+2+bhqE9OqFxVIBPfKXZ72Dt3fchPCXu4OswrCn6DL8Bzz32CO5fez/hATx4/91YdPP1GDvkdDSPCvTyaaLwwB7s+O4jBMR7871UGtB/3AxIPuZk3uNkJsuGqaspGAF6bWmKeaDoCWgub25Hk7fLoCUHFAB9SX/iS0DnlOyYRdQgrQUmcSdBWjAuitmv5YM080mmv3CyEj9UZKGu0ALUJcMy4khMH56yxsfEkBZ0Bp+8HdSF5Lo6EIg1pJZrXQAyBupY42CMoisg+tSmMosEYDVO0afMFavVcgA2X+LXcYit1YF0B31zIc0CObSOTYgN6FNMtEzjjMVuLRlj0N2QTyWiZIsXATLYQX15u5M+REPPNY0E1/3RRHA2tJSa/qmrGISWkyQqAoBzCzmEJ63SWhyXMGQQAhSwYSEifDYklFLaXLtQ5NnFtHt1NTbbHhNdC8OUiiA+rAZKKQIJBkeMCGsF8lhBAPoQTIPWV1DKAvn4IeOrqqzUf4L56PJ2AxHpJl564VE8/vom7JOfONe9uSqF8KQMdDrzfFw4cCCGDB2MQYP7o/fZp+K4lGje7V16dltbjN8/Wo+HHngU+9Ni68pttWNqDAcSnPvw4YYN+Pj3Ih8XjqR2uGjEBMx/8Gf89MOP+HnDGtwwbhjObBXro1eb/zM2vL4eP/1WhTC+SI9N+Q3PrnsDn/+4g88uj6rB3Lvt2YNw1azb8S95VnFv8frtMzC4V1ekRnr0BKvavgGLJ25AXJqfQIQ+EIrGx52GfqOnYfnj3+AHiXPdnZg25kK0Z77lk+nWFGPrT+/hpaeAlAiDL7oj8e5D9+Ed/+QmuDG69BmM6cuewc8//oAff/oKa+ZOwLBeHRDr47AKO77+CBtefQc7YnhelE9gmnAERSHdlcN5tdGhAVr+z6iC0LhDD0xb/wIeXfsgHrzvDsy69jKc27klIn3GW4Nf37gH8sGonqH6DCWoaRNsXbYQT3+d78MPiE1B1wsuwy2PfIzvv/kKX335Db798RfcOWccerSO89Ktwc7c7/D+U+8jLjnIi18f6kB0461497NN+OG3PF7xHh0VmoozBlyOGStfxk8/8Vz+vAl3zh6LC7o2h2+mWohNG17BU9XliP8bfpjDMGJRWvkesvd5YhEssFFnjFv5Kz57/3W8vO5VvPOvT/DtS8tx1bCzkBp22N2BuPg3g4Goph1x+Xuv4om1zP0evAfzZ12D/uedhLhA765N/Pnpv/AtAEMp1g2lYQYaZqBhBo58Bv4Jd7sjj9ZP0+RjxgVEtdSUWifHTmJOK0kl0+TWw2Tib1JGUqtrXAhqArBq0sIXa4gWaWnoiEUIUTPJIogvYQkI2wadyJNHseWCOA201EKt2hKSTdL79k3PVCeTtU7fBdVqFiJ+JUbRI9tTKNB8thIDR8+Y2YtlBp3d06dmulrqwjU3ejMFfYgfUEdak3xr8wTZn9FcHFogMUg/oK6MQUB4lhNd+1Y003L2Ky0b+hMVCnRj6jBN4gJsfIswacTCHl0imSUXrr1qQqvK2ERTG4iMIksAxX9wg4wAXocl9WIQpT39eDZI7JcLhSztRVeKaizSCIhXuzty/YrfQ1spsRBtW09IG4XtXM6HUgqKLyk1T7EmgKCUYqNgGIZOCJRiSzwgIED/9FhJcTG4f8Y/4lDByEz5BgtmzMUT3xX6huQIQ1JKJtocfyI6djoRHdq1oW4iwryTH+cuvHHHDbjr56Zodrjc1Nf7UVO1xTvw8Sv34K7HvkHjpqFQR+whAPFptXhw6mTcI7+a72PnQGRiM7Q8ri3atW2DrNQkRAT63Y4Lv8Ej8+bgnpxU/Hvf7TlRUV6GijIuZhWIqORmaNHaiqtlemNE1/ng48Sfnz+J2xe8g8bpnI/Q5sBn4/HM96U+I0RAJJq1aIeuZ5+PXr164KxuJ6FNRiOOkzNYWQW/963a1mv1a9qnCoxAUlIiEutAEvnRCPRRBkKiYpGQmICk5CTEBPsJ/cjK3d/jpefuw7ofixB9lBvDki070G7iQozu3tQ3hh3/wpIFy1HYLMOX79f3XyWNwHCUf/Edvt30GXbKztDfYU0p9vzxFR5/F0g76K9a+BsdIx2chsivZ2DNpp2+DhwhSExthU7dz0HPXuejxxkno12rVMSFGkB1DSr5jPE996bctbWPwIRU7L5/Be574iPkaY6nCuSHmvTWbfQ11DqL/sIDPEJiZsU+fPrKXbjzqU+Q2ij4KK5dGv+Dyt4vHsNtEx/GrrQMBPHy+TtDC8lsjtxVt+Lex79AsY/jYDQ/+zK8eQuwNZtXa3BTpHy/GnNvfRhf7fM9W3AEI75JOlq3aavPRWZKEsJ8TwVw4Busumki7vsuFY2CDzGIgHA0apaGrMwsyJ/MFMjKzEDzZsmICnb4RIiqfPz25et4cEMomv2717Zvzw3UMc6ACSevbVMDK+1FryYmUooyECTPIUkxdf9C3m750d7Zj9WnxdMkK0+RnFn3KeoEwRmAViBJ1KpBTIqA9yq2vVPf0tP2mhKaVmx032JIvrtQUfjSP5/AMnqdE5NtqeiEUxuTpoYISEI0ZW7k3qlpaDvWzPMYDflHl7fTvRTbl6BuII8e6VpqAmmrM0GoxZgkTKEEyPEtwqQOi9folRcuCpaJYKaMTaTawBSMfVNOoXLfxRUZFlsjulJuqSZ1RXv6kfgsIfvlNIpIuStBoMWaR33wYHes/fpgnq2ZdqWUWLg0yRSSjVWEEACUUgQ+76BIsJCGC6B0zi4v8hTzdodh6B+6q6muRnFxMc8njv5whCG94kvcsXQBVjyzCfn2mP0dGUHBCAkLRUiIfwbl0qzBH2+uwS3z78aHZemI8fotA5fGX2sVAiPCsGXjg1j9JD9i7Pf+4QnACItFatZxaNOuLY5rmYnG0cG+3ckPB7zyJB54/B2URkdwHmkT3AxBnz6HhatfxDc7S331VRBiG6ehlTyruLdoldYYoQ746uz9GvcuXo7Hgpohzv855qVZU1GO8rJSvT6Do5KR1qI12uk405EUHQLlpSto8fYv8MyK2/Bx43TII9ARlAjn1odw3/1P4Mc8rzUkyioEyWktcFzbdmjbpjUym8Yh2BCBC0wU5n6Gp++5G+u/KUVciMMl+C9sDYTFJqO5fKDJzORzPx2NEyLr5jpbN+DGGd8c2fhUGJonfoSlty7GhztqfW0Co9EssxWO79ARHU/qgPZtWyO9cTQCvea3Mu9nvHbvYjy3PQUxh1gDLseOsEbY+9oTeGjD+8gt9O1PBUaicVpLtGnTDm2Ps/ryPVu12LnpVTz02IsICo6CQ7m8HnvrcESjaO9bePPtHFT5uAlEfHordO7eA70uOA9nnXkq2rdORYze51VxH+itzDXJeyGLN/PfjCsE8ZpPadGCOWAmIQOpjeOhw/Pued8mPPLc25rzN0yX9tNQNcxAwwz878yA8d88VH1Ttu7PkA0EKxYyOCihtZy4su+Okv85uWGgkvWSnQq1Zi2TS5GInSTKVrIr9sIVXZM2JnUtoEPiNGLSY4KpNIE8FpFra1MT7IP+iEoRmVAiEp8CmkdfLKJCP5aG9CsyJwXWC2uxIkghiK2AyEXPA9ZmUTujrbcOJSRrGTOBOwGvngAnR8GOOExQiYVS2ptkOAk0Il+KdK69k7Bwe2ppA8hmy8lNlyaoRi9EWdMXEYgfU+MU0tBJXPRN6YMsKSZ54pkhukyglIKiUECciEx+Skx0tRIdK6X0fFONCTBx0hwWh2bSlkBaZC47RgVTOaHojEVEMFmbihVYSRwEQYWj+yVCCfVEk4S7KKoJWAxlNbq2NjSKsQESggB4KBcIwwalFHUUJb5FOALCVcqFkRJUaAILeBbBiqCgDIJScBgGAvkBpLqqBgWFhYzDP3Yc9lCKvurcKQzO82FND6mggpsjbd86XHb+xbj7XzvgmzIewrRmB56cMRKXLPsacZmh8A5Nxu1tqRRjJ3jzDopTTynqeyuYldj8xbNYOPlJVKQ3RaDyFgJKKSh4HUJ7MVRADNJDNuHaUf2w6u2t+ieXcCRH4XdYNKAjpq7fi/QmQb59eNvr/rw6pMzQPCJHXBTKd/6IV195E7vr/E+OdZ1s//AuTOoxC980yo8heuoAABAASURBVES4Q+SBSG0EPDhjCb7YJ7QfOAIQEOCA4QqzchfeuH0Dttc4PYpGMMJCIxANp70OFJRSHvlfwEzeX+RS1i7o03+NoGofPn/7Wdy19G0EJ0R54rQMIPqGxq1K8ZpyRWZWZ2MvFmLtdacj3MXUarvw6tqH+CEgERm+u1Y9Lh9VpTRPmx1LpRxIjPsDd375OX7eXFDHQ0XhPnz7xmzkxmQgoI7UxTjyVimJ12dGvOIPQFJ6NNZeMAWv5NbUdcpYAwID4HCZ1xbg6xfexo+7vX/yMxDB4dFIoLW8ClFGEKKa5WHJtTdgyb3vYhffxVN0+MIXI++vuQ6jxz2EPaGZCHL1WY+lnGMfth6j8mH5E0r5yUkr5cfzNqJM+cSg9Lwpt47StI8KZeaBT7G831S81yQDsQGKHFdR0P/8DAz249KQVikFQ8FzMAilPAylApGcUoBFa1bi2Q+2w+cJoaJwzrSteOKKHcjhC5qgphnY/+YcnHz+lXg1t8rj8zBY+Zb3MGvIZZj1chUyUoMYt8dAKU8sHu4RYDUF2PTcYlw9cjWq0pvAZ2qOwLxB5T8zA/pezEUmrWlVTOPIYDhCC4soXMtC54m8h1OJ+QszMSr87Xk7feqFz1bniBIAQcdDgY6OMolB84gLz1q5ptaQp5lbJkJyGa1VhKaN2Mt4PHq05diEZnfUpSL13Dr0YTprWROYqFKbuO4JYIJr+uTtTrr3ABUhIDbim55J6xpW3BYpPpzHlLdbvrRvxiwUQ2QM9EumUkr3o4gLR2R6bqmrlRicUornVCzBe5SCUkqGRTChbLmYu+xkLFbeDtpBHybrw+ft4k00qWwXk0bskf1YDGU1ujYYh1JK98EGAiJQrDQIwwalFOWKEt8iHAFfLilh0gZs7QaCg4QyDEjfDsNAYGAgqqqqUVh4bHk7eBghSWhS+C3WXt0d3ac9ga1+3wKocuhSvRcv3HgBOg+fj3e3OZFgJXyHtoHiP18VpZQvw59SAYgKN/DxopGYuOxp/Linwl+jXtpZtgvvPDwPY0etQraZjHD3Q8BAaPNQ7NgwE50H3YKXf82v174+ZvnmT7Bs7jRMvOd3ZKSE1Kfi5hkVu/HhG69i0/bDT2zNjo24a+o5WPB5IjJd88hncWhkMjbdMQWT596NT3N9fwQBBz1M5P/0OhZfcwbmbNiCkIRw+KUBB7X0F/ifGqWUz/lTijTj9NiRNpSHrIMpKKV8uEr50oCC8vGJwx7F37+IsaOvxxuJzREDgB7g45bXjFIK3kdgdCaq/rUY106cxY9E+3lH8ZYeHK/N+xarJw/EuEe2IrpZ8JHNrXIgrinw3m0DMHHp8/g1/0jzo3LkfPQkbpo+FU//VoPIQ3zIUkqhzrQpVf9AjADEBBbh6adX4NWfCuvqMF7JxTlttqwCvz19Pd7xuVQcCI8OR2g0oP9wBPtSSkHZFlaj/GiLa9WUUd/C7dqfprVRh2frHqQp37IRt8+dg3mv7kZyOOiBYMDnOFqfPsYNRMMM/E/NwP/mYP1uGf9dkyCbBtkoKDtswSWxNpnMS6prJcuCSfoNncyCh1NvOGQTAd44aU0V0wV8RIpf8SMJO9mCwvJAiooiF99UJZ8SF0+3ZMnNXLullrsvwUVGffZKT9qvtMJxii3FUiTZF56lwDhFRtA8dir9i46A4G7QfQLalwQvzghkkwmYsmGSDgXIl6JtqaDkKci4RaR5grBrrcM+wf7FpSVzCkdEBKXnVWTsgbRVOFqasBY/ZNHcpl0McBZoCzkU/SlBbJ7YmcQJZFt9WjxRMllx7wKG6+5SdJxQjIVSnn8QZH7IEa7Wo4QbK5AmkFBOstmKL4lPomAg0H4hh1hLa+kBpBUgD1aljcCDDmgkNQlqQMcgYiGEb7BSSpFUcB+kBbdiFIx9sKEqa9i6ok9w6QrXJiVWbWt3pGDofw5mRwb1lSJHgOfVIFRVVaKwqIiR4qgOIyAINVVlKMovRXFhod6MFRYWoaQ0H8Xy0+ZBR+WujnJAZCoygn7ENec2w+njbsd7P27BgaISlJZXoLKi0oYKlJex/wN78Mtb92NEl2a4dOk3SM9sVueDRFlhPkqL7TiLS1BQWIyKKifC3BujOiFYDCMUqK1ESVEhCoqLrHFyvnb98SEeuGgqPk7JRKSDk29ps3YQqlFWWoSC0mIU2XNTUMB58XtB6whrhozKPzDpvDT0nXgnPvx5W71jLCstQcneLdj49C1oFdMBM79KRWZqBKQndla3GJTUlPO8FKDQjrlI4ueYy6qpTjHrIygKyqjBH/f0RttJd+Gj3/eguLQclZWe+Zc/nVay63e8ftcVSD1jEj5Jz0RykHL7DorIxL735+HU3uPxxEebcaCkFOVe57CiopznJR9/fv0qbh7UBL1mfYbdeQV6vmU9FXMOKytqESQemZgrZw1KvM+lPb+Fh2kLCgpQVFIO728r4tIN1WUooo5cC+KrqHA/ft30Jh67chF+b54F358ykmgqdYz59vwWFhWjoKAQpbL2w6qQs/VM3L1pBJqVFVlrhvEVlRTit9cex5rXn0BSahQMzzTpMMqLC5DPa0j6F3+l4q+sirJAwrEVI7IJ8NRGfPv9HyiA91GDA1s/xLP3AI0TDG/BMeFGGFBTLnPIdc61JmMo4povLPYseuVI5Evu13BhZhsseeU37C8uRZmsBdd6qqzgWijE3uxNuP/a03DS0OewZX8+Cni9aX+cv9LSGmst2FEaAWFIT96GJePPQddLpuKp937B3gNFvA+Ve9Yp/ZbzPiHrZusXz6NfSCLOnvIazIzmiAjwOwm2X1dTXlSAAv9zUs5zwo93Lh3vNphElcRZYp93rgs5j2UVtAk/yIVXVoz8/EJ7nRTxGitAUWkZ5FI1eG8PDnCisrwYBWUlcN1PSsr24ZUbT8Xy/c2R5ffnCRwBwbw3l6LQ+95cXIb8ojJGZxXe1VDBa6ugoMT2WYSCggL2Lb0GWEqsjeBYNPvhSdz75BN479c8veYLuZYFymoi0WXcY7i0JhdlTgPhySlovvN+9MkMxtAlL+H7zftQwutdn2P7nq2v95Ji5G3/Ga+uugqZ6Wdj4dcHkNksEgb7c5VgIjKPZa55tPuUfuuF/Dzk7dqKr9+8F8MCY9Fl+BLkZTRDhM+9mU4byj92BnSuxhf3yo5Q8lUmhzho3q4sTafphEkQM8XrRZIZyds0kDA1YjL/snMpUzSlIlAmcmLC1KBpb770o8TW1P2Yui/Bqa75ir1QTicsGqmlPaW6SD5GJm0pFT7BJAhPwBR/pEXPZOsG7duEU3iKttobZISwTNivsAVgHdqWdoq5HRi3iGgODU5bR6IlQ1yKPuhM9Cyp0vOkZaJnMYmZEF2aaY60Fm1bsqEllJYyLjem6M+yZTgQcNlJS8eQVFVAZKAfcWFyHThh2YI5u4DMDznClWnTqty6kAb7AOAEYyQoAv3oKKQlTSmL0rpEtB5IyQ86GexYSQDUpSUENEpMCXCwIqY6+6QPCpViKwzKdSEtrRWjYOLFAlAm2oACBDRNTFqy2JBrcgwEYpSwVjD4z+HO2wGD51QRpK3kM62wuJjx4JgPIzgCsclNceCO4UiLUJh89xv4YeteFDM/1vds13OZ9275TeAS9rdvxx/8sHArOgclY8BtXyEqJgGxYQGM99BhyBjDAkpRUF5qP28KUVRShgLmB7VmAAx1cHtlBCKmWQZ+WzwSxzc6H0vWfYk98owvK0eFK0bORzmfj8UFefj93bW44tQm6HHlWpRkJCM00PvJwn5UACJikpG2eSkuOi4Og25+Bt9vPYBi17PKy2cp87u8P3/D6/dMxUkZ3XD9I78iIz3ikPGyByhloCLnPnRtNQEPf8Tci3uXcs6j3rvQfznzkdKivfjprdU4o9lpmPVBOjIbBcN7GhRfVIc3TsQv90/EqZlnYerdL+PXnft1nG5f9KnPDZ+pxX/+gIdv7IW4dhdg4TdpaBIbimN7/CkYAEoKKzzPe+ZqBYUlzJ8VDJ4sQ/K9CuZ7zMWLXfke8QKvHAPeh4MG1fRXWMAcr8jKdZgb5RcUQTJE6Q8BNKguRSHzRtmv1PuclzyAeUr+3j/xxzfvYM2sIYhqfwke/LkaWdGBCKSLqvIS+ihFsR1XYX4+inRiLlIq6KIQkpyJ/I+W4OKObTBy3qP4MncX12MJyjin+jzptpx7uRIU5+3AN8/OQ0DCibjupXJ+AIvGYVJH3Yu7MoJ4raXjm/lDcFzcxVi6/kvs5nyWcD/lXsO6vzId997fN+Gh689DVveReDonFAlhQT5rw+2XiGIu6qypRnFBued8cb1VMLejuF67gPAE1H58N/pfNBJ3vvQNdh8otXJxHUMlJE+Tfef+3E24+5pz0HroKuzPK+e5K4SclyJeu2XcY5qBgKF49pzVKGPem891KPJC7jXlHHoyTonEBu5PDe7jyrkf9+R3xSjjWtDbJ7lZOBS4oeC9osC9h7X8Wv174wX7d2Pbzxvx1IpJODX9NEx96Gc0SwhFYEgwqqsqUFRQpudUbCRuuecAwXYwDU3DDDTMQMMM+M6A4Uv+l1Em42UyLAmxpKBOpokmecKSpFuDJNhkapzquiUt+gK8/QoXsvnQ9vQhWbPoCe3Uzk3WFtRSbmoQS2L0xZr2TnLFo1ACgtM1i2iyYSGf8YhvmpGWQp7LuzC5SRGudmYjoiGotBweUVNbaD9UNF1AIYtFEWHRuhKJpSOYopxsKZYCMSIMUp5vouHUMQpGEQullo0gFkYu5aR1DGw1w6cik0U2CsKWZ53Mq+AuG3YJ11Nbxyf6AOcSnl5kTsgTXQEt0AiZdtH+ZPNE2qRD24QYGSwmwbsIrdeIN1NwEbADOZOCWjGLwCseehWZxRFMgvGaU0vdXYtUxkYzN88bkTi8adEHlbUNrEN4SimwWAzWpEizZpKqFFvh8QQagttgGAYMhwNV1dWQRLqmpkbbUPUIi0JoTCQ+XzcW7RMiuAmKQUxMDCEakRGNMOC5LGTFHqGrQ6gZQTGQP3Gy9ZmpOPv4dMS36Yvr5t+BNWvuxb2E+1bfhYU3XIaY+EZo03MsXt2djix2LLmTt9usrCyM6ZSAiCiJkRAVifi252PVa9vRODLQW7UuHpSArF/vx+BuLRAbFc0x0j46Gk1anYfb4znOYOVnE8oYPsW0SzujSUQUovW8xCA2Phm9plM/y1fdCI7mGNPxw4PX4oy2zRHf4WJMW3Qn1nJ89665D2vvXIEbJ/RGZHI6Tht6M8rSMpAVHwT/Xn28hqYj6/Mbce4JzRFjxxwdHYNmx3XH9RsZQ5iP9iEJcM0EJgAHHpiE7q0a4fQrbsQ9a+/n/N+H+1avxLxrByCySSv0nvgcMjjPsf6TD4WwpplotutxDO+egfizR2Pe7Xfh3rX34l6OcfWKeRh9YhxSTuqDWz5LRWbW3TijUTwio2M419GIimiKLiOm4zP6jggVKRbWAAAQAElEQVQKRfWWr3HpSYmec2nPb8xh2tjYWJy15AXkFvhfWRx+XBayPpmK01s3QwzPrfiKjknEcd1H4IWkLKQEUsenxCIr60kM69Yaifb8xkRHISntBIy6i76SgyjPxdWdmyEsMhriTyA6MgatL5iOr/ZlIsrrI5G4ljV6w3mtEB9j69NfRJPjMXL6S/QVJSrHBvx4h+ZJiOX1GuzlwawpwW/v3o9X0BThXvxjRUOaZOGb5WPQKSMOUfrcxSA6NgHHnT+D8WfBdRhBacjMKMUNF3Luml+M6fNXcK3fx7VwH+5bczuuPTsLyS26YOyjhVxPL2NA+wzEuc5JZCKOO+NSPMO1EONyyFY55JrLhPnN3Rh2dhskx3fAwOuX4oG199Hvvbhv7WosnnU1zomJQ9opA/FxGs9RVhwCDUXrgxc5J9POyeTcRVvnUM5J0/YYM/dVZKVH1msYx9ie6n8cIlznXWxSOmHyyveQ1biemaZ+1vU9kRgXY/XB86/X/MgbsImyUAQgLm0/Hr+1B5qHRyI6xtKLDE/CRY/yOs8K9ItDISQ6Bl+9Mh4dEiI89+aocCR3u859LpLoe81l5yI9KdL2GY3YRunoefU71ImA56C/5pnY/fxMnHNcAiLpO8aOISo6DpmdR+DdxCyEG2KhEBiRwfObhrdv6If2GUmI7jMe85d7rvd7Vi3BhIuSkJDaFn0mPYGA9Ew+K0J4lxB7D8Qzvif6tUK4ax7tPl1912njEpDQJA0nnT8eb6XyHkn74MOcX09vDdg/YgYkbXIBTDuXBVvoFNHK58hnIqdx6lotEepTy15Hlo6Vr1Fm6wvttLyxpg5tnARTA2fA1hPayXyblloitIVTh8Vz16BE58RsRYEyicHU3k3GTCb92Gw2pG0ZCdu3YJaVHovNpTXthS9AiqYsVCbu1hGZBRR4EEVNBqn0NWnClbdrHVaU0oONWBgJmlOgY5DWi6+FQpPvydtJcL5E5rJhl9AngIhJfRET5YjpGzyEIUBU+AJE6xTLn/WcNunQNiFWR1UzTNaWNhHvQoHE4aQDomAqYwfibqitGCkbXWstEi4eUb8iEvGJgwTvHYeouEDb2L50HKxEZrPoTkHycqUUlCIAujWUoVulyHPl7VVVx5i3o86h+JI9LCOL9+zmuPeaXjghLRlRmUMwa+FKd55979q1uHPZTRh5YhSSmrVEj9Fz8We63GNjEehQdXzWxzAcWWiUMhatwiLs5w3zg8hwZJ17K37Zl4bggPqsvHichzDe07PSf8cN/U9Go/g4jLhhAda4n/FrsGjWFTiBOUerc67ES3kZyMpKRdDBngH0FxAmeUAG3rtlCNqnxSOq73jcsvhu3Me89F7m3jofOScDCSmt0XvC3SiWZ1WzcL7w9YrroKiCERgHlD+K0d1bIrbzKCy4+wHt+741a7B83mT0jE5Gu55XY3MG44hzQKHuoRhnWCrlGXuw+pqLcFzTRJzW/0r6ul/7upfjX7NsHq7oHYWolBMw+rZvrf/XIyLgCOOsp0/DQHpGBi5qGep53kdFIKHjUGz8owLhQQaCk7Pww10T0CXTK9+LiUOLHtM57558D64jPBlZ792NQZ1SmbtHIyYmBjpnbnI6buR5zRC9SI7zjSvQtkkioqMpF536IDYWcckpaNmxB65a8i+kZWQiIzJQPCCavl6Yeil9RLjz0Ji4RJw8fD3jitY6nkohKIZ9ZoThtZtG4eTMJsjsPgxzVqzB/fYauJ/7rznX9EdUQjN0HHwTUtKp3yj42OaWL/4jGF9W2teYfvHJaBwTiRHX3oa7eA7vtft7YMUt6NUxBsmtuuDyVTnMgbPQKNQB5Qm6DhYYGoU/v3gD53Ac7vwsOhKhrfpB/kyoUvVbB3L/mlG9Cdf264jGrXvhuoWefeealcswdXAsEjO74JoHtiAjMwuj24fx3MXocxcdGY6MM67DB9nM/cJ4He/7ANddeALiI6O0PCYmCtHR7TFVxusfcUAIMnZ/h7nMrT35XRTCE7tiNc9lI7lmQ5kXbpqJs9ulwrWHjalvLZAXm9gYzduehmHXPYD9co2mWNdoSGwKvn56CU5tHu5eCxJ3855LuBZS/KNqoOuZgQZWwwz8L86A8d88aJ1AM6E1ufnQ77+dTHiJa5rJMPcselOgE2PmvCZ5LHABTYlLyirgtHAtFD/kaV8mE3uTMuER2BELLJ+m1YqG1qUPOjU1bmobknbLABiQSWMN1AHtRGiyTxaiYkM9EqxpKjQ8fNqSIJ88njhKdc1KF5rZAqbvdKD9cpMkUYmdC0zGIbiMQWRUJUlvdCCbKJczkzFqYI8m/chPR1GFlNbQrfZBJq0tJmvBTfJ8H8fshQ9oU0B0KGchxkJESUycD7EDdUBjwU3GIIMiSUUWIvREhIUICxFP4RKgF9JaYCsLU0dLJvsyhS1ANXchLX1aatTTAj0Szg0JWy4Sm0umFHJsGcQBYzcJLNAHxbrVlYuggY0qRZyglBJrrVWnUh6OoBpEnwkEG1hALhGrb8XEzYCDiViAwwH5SfySkhIc26EQKsmjJDj+EHtsHuu1kg0AX0JnZWUiPeAPPL90BiZPuRbXEiZOvR6LHvsIqXozloX4UEe9LoSZ5R8j6cN+/BBDAfkIQn1/H6mBIqwPQplgMVGuY1OfLnnKgQi+QJYxptX+imcWTsckju/aKRMxafos3Pd6LtKZGEr/IQFHeGuWjyB1+mdMYezvWEpj2mZl4MD7azFl0jWc/4mYOHUm7nzpezu2ZBw8MoWA0Cack0yk7f4Qd8y5HtdOvhZyDqfOugMfVqchU2KNCoKC6ElfvhBqx2zwI4jMw9FCY9qnRwTDwWuBaN2iN8O+fUofcQF1VS1OLEReB5ItKRBUv5zjDA/kNelS82rr+KJuVlaUl8ZRoLxvOnnHK968D937dkPHEzLgmkPxUrH3C7xw/UZEpXlzRXLsIB9B6huDv0dlhHFuMpER9TOeWDYLkyZP5Frgepo8G+v3hFtroVEo11Ms9eqekxh/h5pWCIpIsfTTa/Hd07fg6kni91pMnDQV8x96Fbt4n5B1FnPQc6od+VT1jedgHz9chnH6vPnF3TjcJa7b1qdPnufMBCBOf7Tx89nIgfoPxY8gfrr0J2Px1k+yecL3QIS3io1zbuPq9yd24YatZjfyUi1WfGdmIDX7bdx+o+d6v+6G2/Dab8l6Y5+VlYxgR/3XgriSjyDi/2ghNsgvIHHWAP/4GWAKxjSLWRTzWRbw9sUcy6nByXyPtzRIHmpSkcXSZb6kcbZkUJf2REwaW3oUSKGSSR8mW3qkHjQ42RELnORrGVun29apPZm2HUU0YqE/y9iESWMN1AHtQCVTA4hSTpwI/ZDmGbBIOhCEtj4ytxYVWUTFYnnl7WTQK53ZPnTDRJbKMganyDWPWsKTSaMv3Q9jNAVE5zB5u5i4gJ5obvLZ7OLYLZ+lkleyGy2XVkvYp87bpS9hUk+MTeImeQxeSK0qiGlhwmZkLsJqOTKZVS2DrSwuJCbNFJ+8hZgC8DpIS7eWQ1MsKbStTKKUC1NQ4QqQy0KOLYMo0IlJYIE+KNatrixCiZ6FQikFVjCkhXUwRAupp6Y2NIg+gQUaDHKJmLox6M+AwzAgeXtZaRlKSkupRyH+nkMZgWgq92zJs8O+xkOLZmKynaNdO3kSpt+8Bp9Wp9n37SyEOY7+Hms46nuGpB3+44f3EB3h0M+DzBR89vgS5qKuZ/wULHjoAzjtPDnB91d2vT344QZiZNyZmUj/423cNX8aJupx2/nI7ggrH8lKQcghnlV+Tr3IRjre9LKNWDLtakxkXj9x8mTMvXMdtqZlaN/+z08vYw9qhKCZxMkcvPCnN+nrGu3rWuZOU266Ex9sTufLbpnfSDg8VseMKa41Pc+6T/FrgXz8cDmVjyD16bjkddrwZD0X/jb644dLWT6C+PXpr+9Dp8cgQK4Vlz1b+Qjio6P9RVNykMK1b+VsmYjM+xL3z5qMa3ieZP91zfTZuH/DT/YeJ4v5ykF8HA07IFLPQ2ZmGj5bvxzX23mq9Hf1rLuwtTpDy7NSw3GkV5l8BKk75qzD3iOMICuWjLDNeG7xdEyyxz1l5s145uum+sNHVrMwyBTX5z88yB54QLgVs55ra61ofVtcp5GPIP66pPXHD5dyaGb9PqmnfddpG9e5RuUjSF3dFFcPDW3DDDTMQMMM1JmBI73v1jH8JzCspNlk4syslNmn/qklQSU40pAMWjJj4iZbF0hCrTcR5DupI5sjisHtBxSdip64ED3hu8CkvodPLemLIPsb7jMoMiG+LDBhim+CtAJOHSk7EIf0pTdUmkddWouEewo4RUYdjbMVqan1GJHICHQuBXRPSxOm8KhLRNM6ZWZsLraIRKb1yGQRZzDZiUknEnOtxsWchnYjeuJLwBSCcTBAbSctNM8k6iRqegEdsFOxMenftPVc50hLyRM+rUiyTxYiOi46sloyTDkz1CXDpoiRNukXAuQqJnKyibB8UU6exkVP4iDtKrLo9XjI0DqUK6Vg0IHwScL3MC2HXkzFmJRSNscUCi5SQZGvoBRXlCIqhXGQwaIImqFbxYzDoJ4SlhtMgAyyIQDXIT6IK2ULYY1ESI0aCuJPjAxlQDZRSimUlZWhmB9ATNsedY5/EkPBERiKuFSv5IoJUPPESI5Hxov/Dw6FAL7gj2/uO8bk6FBuftU/YHwGgiMb+SSlTWLDjiI2ji840t5ou8bYFJFBAVBoOP62GeD92hldg9zsXOzpPhEThl6Ito1cOxXppRa/vrgEd6MREgOE/k+AghEYhoQU1zqw2tjgwL++FhxBCI+3N5G8R8gGKC0phptX46/7RsNxxDMgz5rQKPvFjXV+s7LSEBMaqB9LaDgaZsBrBpgpMl80IS2Yk7hyQmY9zLNY65zOpIjAZMykjmAUWnakndRx8v5HMa918xB5Oy2pb3Vv0oXQugFdaFtScDKJd9KfgEmB+JdWwKkjlezctqeuqXkmuzeJATQlmBZNNafGTMoEA0zGIECMOGtxJzrkk2KhEWnX81EokuQzcupoW9oQpT2l7NCUOBmLT95OkaUDjs0CUxiMhAFC5/u0heYxPvoQuQfAw6RYgLHbevocUSLFrcsAqSUsC0TXBeSYjEB0rUGAFDHKTcYM9gseyjDAtBsuPyZ5Ghc9ckm6i0FM5setQ7nB/FbRgfBJSqGWFEvLiyFMxqCglNI4lAkl/5RNEgdBqfrzdorAEUApBWUoGErB9zABsoStFBHYB8cimFLkCYgSQSmbNhTEn4DO240AKKVQIn8+iR9AxPbvB8U8OxxJfjloVkYjRDBPk7nGP+FQAYhISPXJRdOSIg/+Gx+Hi5nz6uCzqonfDxr8LfkI+3YERSDVzkUkH8lsEouQAAOKsqMrBoLCon18ZWU2QWSIAxwCGo6/MgMKgcHhSPY6T3KukmOOZo+DIz6UrOHYFJ812k4vtQAAEABJREFUnJXVBCH/gR/gMAJD/PbWGYgPD+S97IiH06DYMAMNM9AwA/9fzIDx3zwKSZSdTC5ZmJcKBab5TEJZiMCd/CqOkko6GRcZQRJ6sSBKIVVtOfcYIGqZaqFUAlpCvuDUJ2YbuvXFTrO1ikef2wgPm0YSjhiJvpMbAYnLdLWUW+Ym83NTOtLAXJ0tI6YRa8sfce2nVvTIJU1M68n4PP24ZCIVYIJPXXEifs1awNqTUEY+axFZQIIs6UZHJjgsCWsKLa6WmxQKOKWlVO+zRE41smAKg7QkcAKWH9YMlCrQOqwYLZnkkA9wg0Qb7ZP2Ei9dk8NCXW1EVI9XaChI0QD/gzKb5cLYi+YY2tailFJQSoEVALYaTF3LBcP9CkQMHgqKtRQdNeOWYkolTEYPKCU6AiCfMjZKWbTU2pKIUqzcMuKalnNFphSyANIEUCYkGwCK/wzdl0GGwzDgcBhQbKuqqlHKDyBVVVVoOBpm4H9hBhwBgQgKUu6hOoKCEBjgJv//QUpykNvxZvy0dTt2Pnsz+p6SgmDv0R34BPMmvoP4tAjeH7wFDXjDDDTMgHsGGpD/0xnQOSKTOCvl0tkP03XmRSxgjkeRFY/cwqkk+ppHueR5YkGUOsRsuc62LSZzLIpcBnZLTWGSspW0HVVJErXSSEEYCblaT2woJi6myrqHUoeFYVJKRGLTQBXRpaD+vJ1eaKH7EX1BdD7s8kF74cn4rByX2m6ZeBZg7keeJWeU9eXtinz6opq40yAcoXXLOKSlCjHpgxSFEpPOscl1nQKytb18FBJ9Rd8CtBAS/O5gtQxN7OmNIhLUA7zydjpyxawNQB3yBJfx6k5kdhU5Amx8i4fpwuhBq2h78UdKKQWlFFgBYEvgjLEGoyFQxgI5lHBtJzoU4lb8IoXWV0qRUKJpjUsozTPJ+3/snQegZVV19//r3BkQRVRABFSQpoiAIohijSYxGmNi7yiKfpaYaERjy6fmi0ajRk00dsSusWGPsbcoJnbsTmNmmN7fvDZv3t3f77/2OffdGbDEgAzm7LfXXn3ttde9776135niyEUQigh5RIT8JbD5jGsi6lIUigBgQaySuUaS+/aGfn0wGMgPQnbRt09NTef/b4W6n30F+gr0Fegr0Fegr0Bfgb4CV1AF3HtdQaGugjCFPQ00wENgnt/iuxF3Qz1qZrkZ8WxBHYyafHfk7lDxN/LFxY2+/RIQMuV49vGlgC1ohJkoLDeQAU2sVwJ1Bi2b+jHbsByw3HsQifjBhckgMDFsTxzSZhUmWCIb+mxI4PBhzYRQBzaeuKrNxP8xo5+JZN62S52Ud7sMjABMWOUlDJXfCG7CMxwK54hY/s8DhZAdNSQWnhYLkxaqJGzDQlj0wVlA7XQsQ9W1wjHkl8LB6mVG1Tc3kLx3yvO25UuHMG0jcWFQkDl5+azew9euUDegmBmDxaSMnTLgffGWhyP6PWSaHciBExPXMc3LfmLgENBQdZqPkEWOB5W+2mtEWLMgjIAn966mpT1fRIgJRN3WeXZuVZG6CPRMtteAOBEw2AV00wx4AOKLVKOJnROanJykZgRC38++AldIBfbRINc85mh9/z2v0BPPfrAe8uAH6cEPfrAe9KBz9Y9fPlJHX/6/qbSPnuTXSMvPNPc/RDc86kY64gYH65p7POTZoa+8+Z/1YR2m6+0hVz/6CvQV6Ctw1VYg25FCS1q0Z99OWtbRkI16dujs7+h/h26yCgaegOjRag9V0BbYQq9D64SNfVDD1Jju5TpAotoxOUhpaaQFc3wdxP4mO7v0ZRcsrKbPC6AkWMDOnMdaAEfbD7u+veW7fjvbvVL3U7v7b6Nvd/qkQrrenJ2DXOkdKbFEHi6v2uH8E1p+D0SQtE3cxgLZ3nsQqq1LboCI6vgFdZC9+naSUYMFltYCUJ5NEMaAyBTxMSOusLdMWe+hhZVFxz686JlHygNPibYYnRZGI0UES05BofcG2mNE1DtHJ4zAkmD1dRWpw+MdEWICgRBrQkFBMKui6pJW5j8gTkRgIHRN9vGLFg2gQzsmdmhqalL96CvQV6CvQF+BvgL7VAX6ZPoK/A5UgDbw6nsKt47uH+k1s9XNzhNmmA2w8jIEqa7vzpPS6dOzI6NRTq9C4yu5YS4YJE4Dy2itHQCfalp9bIcpInhsWfG3vaXOChqtOcczR6TMx3zNDy8C+RJhGRwerMTDEJdKYzKKbZVjYojMGjiQL2oGx1mIbX8tnI0iIMG1rr5ImlIOgqAhKGthe3g2y9YfEgH5pCG4YAOdx7QS2gjw/o6RDyxkA9u2QDwsUcNDpy0CY4PSXjlGfL64GbiV5/aqpgvy5IlJcGYrh3ccOOEF8ApQAwzInxyQeGIGb8pAznXCVE+InE7Fb4M07lTYmjRYnpdaZMKYqUpG4szBm2W0hSXCesOYjOtRwEaEmArTgGdEqAHEiNTwLQwfAdeEGmAALFrk33oW7dixQ5NTO9WPvgILFWh4nwALAt5TjXgLjUmunmQMFmtu80p996Iv6Qtf/JK++MUv6stf/S+tmr6mFjdXzzP98qz5LMsPoHGrSX33HS/UI577QR117EHjip7uK9BXoK/AVVqBYHf/rPHHlqH2RlLtXcH0SW673a5hSg+LlacBBZ94iAty0c61HD7u97IPwzEfNJQ0sxHiaoek0rY3hQ2kxQmdVcZCP+RX7JftraXs29HbPsFByI2Ecj8Hs6gD89bVuHDs67gGy+rZiYQDc+FsPsvYPr9O304COZX5sJengxq7+MQzmYg8vL9zu0zfjk/qMDbeA1qZlAHlYb3M54ubgeVBGIeXVZmYBWLY1TSQvmAbmsYbU3fcQ0RgdFQnU8YzcdqYcWBi5X0lNSmsC3K8iVHZXJHZ15AKeIcQeTOVLIQxSTDTMuXpzxIR8AaYdoZqgxGBPIS+ghgRoQYQI6wJbOEj4Aah7NsHjdy3+5w7tm/nAciU+rFvVaBp6Jt56bqswnyMCTpFj/sK9BXoK9BXoK9AX4F9tgJX/5/c/NbZ7WltmqGYWe1smOldxxri2iAj42IwzK4YS+wXfGFaezehhMj+2HpfJsyn2mb4+5JlnbH13JWwT0+wNO+/hsEW6QO27cJFhzxSgT2BU0dc44yFzBYV6lrcOBdxOWIRMs5he5saclMTQOHiVHns2MceiDuRhUSokwzYspB+Sb2lI3sY+40UjpUCFAG0syBLaPkRciAYmxrSprM1RkcpM3zhMmA9InaxNRQ2qTRpcLyCDlxtIZCPZmufuq4GrhOQh0ZfPerqkna+bD9iq7aok7EjZqwFJLARYLbjKg41ldAvGiM1uURERgtOnPnh5NwtDWhZDxERCtVvV++pdkS7mXEzGKjDTYR2zc5qempau+fmW+srDPWBrrYVOJDMt2vd6pVasXq1Vq1cqVXQK1ev1dZp6Vp+bobF1XkGD0EOuNa1ddBBByVc+8Df0Ycffq3mdmrbtu2a4EHntq2bteGSn+izb36hnvzcl2nqyON0Ffwzw1fnt06fe1+BvgK/jQrQw7mPca9jnO2P94Vhwnq1QPQ9ytbIffZ/p2+nqZWBNksErECz6Tje17oEtjJP95ut5uX17Z2PY9nOwVJGam4t7V9jEWy0ma0M4YW+HWNm+hGImfuZrwSRR0K7wNuekCmGHgsNWdgSMIVNp4b1zJB1qRo/bDFVC5oU6qLcv7ILq+ORNjPNfb4ObGQ1pZTzEr2mdZabTmyFAca2SfKaO7FqaynKbtoASF3btzsvgyvhjapHXTs3Y7aX8zRdtUWdrMpZi7Vgoxb25po9Ba3V5SDyjAgFqq5vDzjnbhzIZT1ERCjavl3tCHAEqyebNs1AjX+RDiDS7MyMpqdntHt337dTqn1munPeum61LllxqVatWgms1iUrV2n9Vh5UHeBmbJ9JtU+kr8CVWYE+dl+BvgJ9Ba72FWiuziegdacvprOtE5r2kekzuTmXG2nfTui63ZyaNKZ/VQXa19bXPim0UQtpgyL3AdeJD/ri2K1BAfuvr/uCMUSeDznSBk/i2y+ckAHbbOhT6Fhw2DIhMEbveCDxREKEk3mbG/tCkDoEyXdMe0aBswQZiv0JsmCHED0BuYxB42sLkKWIk3NkwpS8XHW+4zYoNeQmWnMp1S8N2pgg21hEMJMZPwmS62KKS0A1bWNQBNfP+vyntwgwBNLGf+QOwJL9iGphAgs2hCVcru1e2DDrn2rLnfGreq9p1PlhVy3qSsSUeLFtiK8Qq+SFtEEBSAOYkBQRCgkogClddmAjQ6uJqHa5QkeE/MWCRQHqLMgFpE6RwohQA5iNJhTRqOEiNQAWL1osodu6dZt27doFGepHX4FagYN1/PHv0MPudEsdc+Mb66ijj9ZRNz5ap9zxvnrl94/XEXv8JxLqx75cgQOP0IE/+aTe+C+v0+te8y961Uv+Ro844+b6w8e9RCsWHafrjv0/KPvyMfrc+gpcvSrQZ/s/qQBtF70Y/U2d0ESjRYF1t0oTRqNsI5o094Jw2ND5YcCEpm+GYOLItC29o1owa93Q/qjrxAd9qQ01ewjzouzbkQ+RZz8LXQjATLeub7dMxEuhHAsO2yFAQjDOzyDRGotwqj5KnLGdFAFS3m2QMa0oRE1ltXclsCGihRXgaz9rKVCIbQ1yOBgLiobmR9CJ0bHXkOTKfKl7tDYwTMsIZhubVhKuJfz6dPb0lmnS8kNqUDhwgacyuWHmYFd6di4bxGnj2zGBJe2lCIIrPdWNek5CISil6r0SCGHBWgkw8igsBlBO20aEmAokEaEIQAZl7xyd3JjAgQ7yshM/GVpNRCSVK3REUlKisSwsByIVPh+U+aZJ24hGAQzo2Zum0eLF+5GFtG3bdvr2OUWE+rHvVODw44/XPz/8LrrpMTfSUUfRNx91Y93k5Nvr3Jd+W8ff8Br7TqJ9Jn0F+gr0Fegr0Fegr8AvrUDzS7X7urK4qQZowLkvZC/sJjxZdMYWdpcP67DmVEVuLQuXgSGQ8oJlgi2GXAjM59Urm1IkXCyktEdCeDm+rQkoRPBDANJKYjVuYKELht6js7MtVhoirzuggbYdSEOSs70vEYaSl4shOQ3VfaUMN7ZJufMwODZbovEscjxThPSW2IJwqnGtLymzXwWUng4Cti8eqGCYonIlMVJwnqHdxMe1Hg0xC7mWxGqHz2oygmyYhT180YEU9wD5oiQGYdOv+PLEzohUeJ0E+BqR8RFWOzgIxyKcFI5mWQrTu70/aWGEomUcz7QBj7SXAxEnwtJQIrUYpsYzH/I3UIOuUR0F2ucssAYQM1oAOTbIM8JycjXTAaIUgy0yaohp7PpYFxFiSlyaIgLUaNA08vtt0DQaLBrkxX7rNh6AzPUXKfVjrwoczEOQ4y8D/cMPXb3Gomvp8FWf16tf8Gw987nP0d+/9n360YHH6Dgu6gcM4up1lj7bvgJ9Bf6XVKD2hcV9Y9ssdf2b+1KL3aCvyQMAABAASURBVINZ73YpddmZFbdAKvSBQyDlhf4pgZjuOJOuQSEtkWOkPTGSRmHrLDb0kP7aew6thHcfZaeC0Ht0drgzi2xXd0BjG4Cprm+3j20KcTvYu2+3feoyIpt6AkRMieObdgucaaEzrnFrDuYxdqq1CDgUC7GFZBbUHUOn25JGQxIwYKRocmXBHn9WYtoKEXOUS/AzhVn3KIJU+pJkwa5CerccafE6CWD3lFUb5BBslfsYKxzN8qpwj21QFePrGckG5DjgwTkROhBxoiYl24gVkRGvD5ZNZJ/sIzfoGtVRoH3OAmsAMR3BAOnYIM+IKluwQ4ooxWA4OW4QM8xQH+s6EEREqCGXQdPARvbv2bdTq63bt2lurv+DS9oHhx+CHE9/tQf8b3v4sQ++Ln1KfQX6CvQV6CvQV+C/U4Hmv2O8r9kOaXuHXDK6vNww56UFOV0la2heITe2w+E8zXZ6ILcHjTpNrZv5BERdQ4s4bVnk+KlHWIpjdFY4EAmxQKKftQAXx01RLr5kGKqdfQMb5T+PVbiEpFF6LlAWd3tWVbbR1cAhEBZFnssxSstbMKQeBaIYe9MWCriQqAFzKGGlxFk361uftCUoU2xTbVKfEnnA4lysVnd2y+npQZFn9NLth7BeXiEsq8DrkYEQehYWwPnkZTJ3lnx65ySGH5iwMRSG1lsJRLAgNQqSMMierZlp68Spa82wRzDExiZD8ihcPpwzGhkX9EwtDDQYZy6QESxWjhDnhseEqErQ2IgIRVTwn/jqVBHIOgYcAT8CCwBmRKgBIkIE8ky+iUbRhJpBo0WLF5N60dTklKZnpnmfzasffQX6CvyOVsAPQY6pD7OOPvxgHcDDTz4dfkcPu28cq8+ir0Bfgd+8Au61hvSaXQT3S+6p3BO6qSmKy+nbU4sLmF6NJsfTHSBQkKvyjove8TNm0vRA4DTKxTEgcIvuwxI9k1iWF7lnb9vBGpicrB/6b0+4Qa+WGKPOVbK427OK2uDs05kX4gwJlHYYmaclxZdeGKK0+SOQD1SwhcC9YG1KWAm+BevxsV2FKmebaoPe8nRmgcWgWK3R2ZHTPrLSvxYQRiW9oZn8/j45yyoM2xh7nq/AosHWQSRYjlASOwZOzGpRhZLaJIyCJAwIsVMFhawzUyiwoxUEbRTKREa8UL4XBC45ITBJsi4L50q+U2KXvNBDFMAiA+RoRoQiKjQ8sOgUEcg6BhwB34LCAoBpn6aT4w95mb598X77acg53LfPTM9onrPi2s++An0F+gr0Fegr0Fegr0BfgSu4As1vEG8fcqHLZLrBpw12j9w237SyNPFdoqkzg4yZTXnh0mCRoSA0oMCfMHa3AnBjXXUwltOY1kacqPbDA0q+1OBZjZCJ+AVAkNN6N+3tNSdl1hPC1jLNQojCgwJHTJPkC0YJWFpDCphWOwyqoW3Qo0hRQWoIOnFUVQzBzFwdB5M6LbQvthbYr+qhRjprDMiwHc+nStBBWJ4JwEaCVyTEKdSj0OQX6JoQcmxckyqDYdojL0zEg8W0KMJSOLBtDa0EYY3j1fFxkHV5mTKBRSJ8ldAJRK3xIp+IQBXy8AULBl0xOwLvacbfNPXKZK6DKiEMrjECCCmYTRhBhMZHg0NKwLmvlWwbWAd0ARew0EeEkRTMpKNepJoWI9tvv/01O7tLGzZu5OHHUBEYqx99BfoK9BXoK9BXoK9AX4GrtgJF9CRM91O1z6w9GGvOLruqK8igEhkPUw1Lm2ceqk54TFOr7N0cn1Y1hUOaZvN4YJcrqpK9sA0KnLHco9IPKkdJvXd0j2qwuKRNWss0C0ype9oAKMQYAbELQAqYYoceh1wRoCmwBhBSKCpEPwkxigHtO4TjYNJOhHgLazEqV1fHTUBeZ5VnPHwcp0rQQlhed1dGi1yR5Dk4+eX07fM8iil5KOUI1uzbwZ6OGcE5zKA0z1ZtZAs7IBviO1/MlH17qzKvYGWqA3Tex/EiQhF1j65/9p0Nk9HkCEnXvj3JsSWSpoXOOBGRmEUKJgoQRJhVNxrbmQF3+woLW4WoG7TPKvSwIKR1Jp0PRZrI/n0QTf7zVzMzs9qwaRMPP4bYaF8dfV59BfoK9BXoK9BXoK9AX4GrdQXcE159D+DOli6T9pneGSIbe5ph5ObqwUzZojalKujVyTo5OkS4EQcaR9jWCiYnthZCQ8kXquz9cRpaZmw94MbcNgZUozj1AmPJAhQuUwJwx27BwxTXDl8xVKoyEyN8a1fywuVI1ifAFACDtDV2HIsyVxMILXNIAqcEUbWHq/65wiHOwyWZi/0MyeRCNAS5P9iiEU3DTwS2sQ2nQT/SeQugu8jkRSoTIUIrTxYaieRYgNPR+CBm2nlJmr0WDtta4mjKeuNki/zmz8sSe1jUQWfi3Ezn3hARrYURvLc06sDqjIkgTXKBGZvjoohxTnUby1oxaVUZq+lq0ZB35P890mAbDTtibzwYDISppqantXnz5qy7+tFXoK/AFViBPlRfgb4CfQX6CvzGFXAfRkNDp9b2KKboy5GbqnExoMEqNDTZqZXsJFHZwlB5XIgBnXpwWlQMycQWHQR2Jfv26gON0P2o20W2Sn2BMKCCqnF+k77dMRy7C+IUUoYge042sD4BWeGcoLphMWLBxrlVqvU24wOgG9lDW8wBoOrkSlGJdrWLoWVBxEOQ+4MR4F5lTiUzYPNCoIK+g25P98YjWQqJQBKWJwuNRBmL/nSovQYx085L0uzNfmYXLHE0Y71xskV0vPXuwx4WdTBmYlK5tyTa5LrYUAz8WEfTeqs6kImRthIW2S0iFBFV2K7JpcwWrpyUslxNVRhg00EEMiDo35tBI0jtnJzUli1b8nVQP/oK9BXoK9BXoK9AX4F9qAJ9Kr9LFWiuzofJBpyO2ReUDgqdpPvl1EFYbnrIQYu4ZIHpMD3xpOnONYXICt2roSL7DguNalV7TXCsIX44VMPRPlL1KWCpkIvtvL8hnbFN7MVbwVtnGO7FW5Z7qICA1geGWdijgMVlgL3w9d7FZyxKgf3r/kKaorQnXPLyYH8jkavtq4GUpyaOZSB5mFahhp3AQqDkn95yVbyHczKwM7Htk3ofDlvhGxndcUpSg1zxRR9RtelXqgxxJeCdXwQ2gOVsgcj7LUCVw2decOlHCIwdF8loR46jNpQChQGUs3QKuIhGEaGA9hlUkoIzDqECQizeCKw9B3tHoEcaEZgFFKZezYMbwNIQtZGTFpTkJZpInLRJfJpoZAguUdEMNFi8WLMzs5qcmNCuubmsi/rRV6CvQF+BvgJ9BfoK9BXYJypQ8g/2uF/twO0ULVL2LO7RLE9Mvu6EivshDJhQ5gwozaUQK0/AvkMHrGqvCe5Q6UpzDxaarzLqoasPPJaF3moPO2Rpn5iF/ZzbAjhUwWQBYGwIQgZFmjZK3nsRYqxvR4WNZRgwS9bHPK0ePHrO5RjmMW0FUOTqPNLILGA7y+ySrAMVespOYCGQfTkPOCBxLy1wcuzT3zpo6x0z3HwC1gXCATTIKkWEAsY6u4y2MpFQFBEJmLGXjzC+V7EYOXm0fXuQs4PXmFUf1UpWEU7mO0gVS7EC7Bn0yBGRtZZDGKxQsIYiKkA4ISm05+AwEVUYUbENMgy8JQ0C48CZ7OEEJeWyoKysfcip9u14DAb5z9b6b3+4b5/r+3b1o69AX4G+An0F+gr0FegrcGVWwO3ZlRn/yo9NJxoRioi8zAzdtLOr/5RVgS40sJhkYz2EziZYAVoAGJpfnJhpC7YgzXNJLi8lvkRZZJMSludCxAAKYI3lxQv7JmrltMd2NgytN1S9yN/Gztf5BKqoodLALtYZrDdYZqVzsmkoQGWPPKsNYgcEeVqWcWDYhlCFrYGkXBdHNVgG5qD2saYQHQme3XQEJCDHNDiLehysOScqFf8CH5cIayGYJlPnBd7T/h2QVJ7IckOasVifvJMiZ3Y3O4KC11ANmm6vgs4AYhbnhO8oju3NW0dS9gpkDTSiOtETUIgBvm2sC6nyRRGhkEagdoxk6C2KCEWEyYQFKll0YPShkMACNSzOpWlCDTIDOwqxIkKDGGjxoNHiRYu0Y2KHtm3frkHTqB9XfAX6iH0F+gr0Fegr0Fegr8BvWIGi/IV0RGT/4r7cIMYv7tvDWlowd6EAPSnMqPUjZLIWuFVz72hBYeHX7LVrtRFRqivx4EP+KqwoPO1ciGIwn0CUlFtItw0iLDMkzuA+0oCgnkvIxcCuunX+CzJ2yJyQYG37Am9A0/pZhzKRly5W0iyFDb1vYgxxQ4I/a9Ic1D5UCwl5s+LWTltAgjIGhs6C41C6Iv8Nd1QqFmAWYS2EikwWSAMoZxfDmADqrK1MO5bUIagYwbiR5XgN1XgHOGbsmfPl9e3z5F0wdZ6Bv6FxgshyphIqDPTE1iVtvmgPFlE3RyY2QBgR2AaU5NWgsYFaYglFYqOGxbk0TaixDhgiEziayL59v2agxYsXZ8++fccONU2jfvQV6CvQV6CvwL5XgT6jvgJ9BX53KvC70W0Vmv62Ee5eGkQ00nWFwCCAQm8+lC9b2YiWRjwjkRvyKrMJPsNhyuAynPUVhhqiczyijelM4mcEkAr+eKctcgTsjK9XoOUxXZiYOW6CuLLQJDvHIRZDhCUThcF3yFXJG5QuCetRgTwrYMdOJOF1mDKbGAgNX8iH6Ng5VgclNW1g69irtBcR6wjoEEBN2CZ+E/lPNCHMMEM/YICJYRvHNNB6YMO+jovzkHMZ2DYvj5iZNEoo2CRYCp1CluLagoNa+TwCqxLEZyemskBJkHZp4+PB5UMhCftQyPmHPAIObHmAhY9RlSblIKiVgMRmIV4vcivwnhGOaKpCBBYhgRJ0eaNVhvgiloxD0rgc2qlXGSqYAAZcogzD+Xn5P1H0P4EVYWf1o69AX4G+An0F+gr0Fegr8D+twBXrT8NUe7uFsIjouuoKQd9GH0M/VLJPLHSN5unbMSnIhwbcC3q574THqbpCl4Shhu4X8cEba2bKwWlpDwA9IZS9JXoBBf0QoXHGsssIcGBigrOF9IH0XdndIh+iKM4L2rGGZG+cbanNrTdGz4QjTLtn2mFvuU0MhMamtGdBg63txB4lNe3pLLdvOJOqIbJDAPjZFpW71AivaBHXc4bil/btxCP+kD2HXU3xJTBRvVYo2CRYCl2l7GMfmAj2AUvBBITOdo5lwC/9kUXyjYJe1+aKkL8afAJQchJIqEQkWR65wnoSJAJJKKUgMK8XsZnyiMYRTVWICDFHUKV7ra0BlvLDOwkqJI3JG+hmJEPFNhGNBoMB0Gh+925NTu7U9OysImyofvQV6CvQV6CvQF+BvgJ9BfoKXEkVaK6kuL+VsEU0sOxUaPZr02sJFE2zG3RUTGyK0tKtZcnGWjZSoYkXULBnytj9+TBtsESYMjB3IPTKOPJ+xMQMWdFwpIfGsFihtIIyB9gemeOZNGCa/gViXG4LfEVRAAAQAElEQVTaMVEy7Qs40mgfzpSxtKAncfs4FkK0TJppJiz+uceCvWsBV3UkQ2gcWsKMAYntghoZMPbEDTvy8Qzf5gxmLDbmXRVcsNiVCJ5Q1tnOGNGwzYeCwtVpdVLs7RokWJCHMMHWRuiNIqhDENvMGCCWSCDQqR3ttmpMGHJjn641SKeS0sZrQW5AbiuQFOwF4Twtk+nWDFRnyoqi/QJVOQQq6AA4B4gJHdao6mA9zYzlHhFSneBQRGgAREBzaRssGqjhhrVjxw7t3LlTQ94L6kdfgb4CfQX6CvQV6CvQV2AfqoD7p0I+xX00/WJAG9zvDek1YZn0dhixKnXYZdvHUmwDFNNYGg/5pf2QeKY7GKI3gIhBMPSEofmSLK9QaffNJZXwjglt3r6w9L3mhFT4qvIocy8MHN20Y6LEDnvrTYFpd3HyaUAY2zZhSNbovb/9CCW5r+PQVe849jHGUR6Vxm3kwjY2QlltcJd7doONbGuMUc5QgAE7pgtLIwWJEl3dqH7YobZsaL1pROYNfj2NHT9zhrGJOIfDw1aUwYTYdRjfRRLxbB7Zt+syo7FvDYoOY9bKmi52V+O1tAoHgwz30UAxD7a1oDszioAV0zL2CNUvEEJP+KjYspJ05QMBbmagQGbYA4qJNnlIT+iIyL7df8sj6Nf9AER47ti+nQcgkyq8F9SPvgJ9BfbRCvRp9RXoK9BXoK/A70oFmqv3Qcba2I6kiR211iljGcmg88DGWPkSVVtzpOYB+NrEV5vaIHd0y7Xxqp24VqFHxt2gpeUoSdtG6Cxhk5xYp8i78ZwgbU1baR1XIsyhCMh9AD0sjTISm5hBFuDSXsaqWOwoNObS1vsmYSlE8i22kQHWyZTWz5YijvOy2pA5YFfdi7pLEKL0KqyFXO1ne9hEl13soVZN/uMGo4tDFVprMFe9TCmr4DwyiAmULSJwUUQoJC5DLAF0E7kVxfukQ8G+VWLHTAZphjbTyUx3EA5iJtRR6gYiYjpCJxE2KVUd7bebRZgxJecDH7YMCcT+LSEpIioozCREhAZNAwzky9Rg0ORrsm0bF6mpKUVgq370Fegr0Fegr0BfgSuoAn2YvgJXSAXc+Rjadqntx7JXdnyrOhndEFaWAqmgXR0iNW0R3Se2rMhztXAMIJm2dvy0SHvR5SI1DXJEgjJLym1LwNYTxMQsRQUr98e2MY0KieMhJZ7ohbNnRlHkX/ZDMK0y7yCYGCH1xC8jqK7V0IqWR5+y9E65FeP7i6wNNqsGUuZQlPvY9r/ft+Msj4rruldv6f7VJi1YG20S1b4qXIUUW2gC3KJMMKhTYGqAhGqne1mEC317J5dalerwDi2FfaUW1lCrxykWxEkl72SSq0tgXymvjZcK5J1EsAKBHSGVD0ZMmLcqpIjgHpKEYJhBz96oiSbxosFAQx56bNm6TdPTM6lXP/oK9BXoK9BXoK9AX4G+An0FrtQKjHV2V+o+V0pw96wVFrpSN/qW1Y60butLSpV3du65F2jRo5qzjW8LsFro662pcbwWOt2CyI2r/VQXETEhfcWONmoBc3RVI/yFAAv5EuR90gwLY+/f5WF6yEMaY2+Dm12Vf6opjXHaY7YWDsqFqKRve3mS90dPw+14xf6wSWPrA5v1OazzA42KlXkumJM5TNUr8+n+HV4zvvygJqsaDaKd5jtAxOWAlQBFJu2T+5lA0SAMfsmfWbcy0wacsCgA0wi9faXwMeRRxV7DbAsdjRwf5bmliFDuBxaDE1IWbFpeuMGhEfFNIbAQsJ8hwjLtMS5HpIhQ/RqCpeAyFBEmFAGWobCP1PBeCXiLg1pgpAgkTQeNFg0WyReqmdnZ/Nsfu3fvVj/6CvQV6CvQV6CvQF+BvgL7WgXcelUobWr8chpBcvQ8rZB2kk7McmAkG6MVGtnQsJnNvqnaZrRKshbiFkS/rG/PaDZqoWREX5G8kSEtsh92i10c15BEzdV5GIbuLR2nupGn9Jv17arjcvp2eQ8S8fZiB/fAQy4Vxm79IZ0KGrTkUuXOE56o4327jTBBWqNBtNN8B4joP9MbY5Mg9nBM24heNBT0qoGp9wPJtCH9vJGFNse52sTodatir2GrFjoauQ9mQBMRaoAI3j/EJYu6Re4oGeEhD0cIC8yA7WeIiJSML5cjUkSofg3TNAIOEBARyGoOvBycJZRfgZhayBw20YSaAdAMtGjRYkWE+r5dV5vRJ9pXoK9AX4G+An0F+gr8blTA3f3V9yT0ov5FvO8G2ezTBOdh6HrdDLu5NkQEzaZ7Y6Q0z6wwGKWxySFNPNDyifChP4d0Y2sbvBCUwC4QM4s39iWk3TfF7UWLgEx8sEs1CToXUuYCRQzyyAsRelsNHZtYC1lJw/bVCYVEXDprGYZDcsJf2GtsEII9GxX0aY/O+8lBh+yJfSHmkC7de6JmonR4jIpztAPYDzJ8mXJeGOXEjUwwTs4LvvgFjX1SLLgqz0kyxjCeY4ARrpyAtdJpB+fZ0TWNmqVzsS5l7EcSkl8fkQs4IsSx5E1sw9bQSujiYSmRp3wh6SDSCzvnURytQpHqa1MUqiMiFAHgOwBLUWfSypH7JoUusZfCEmrw09gIDRQRgBTqRqWcFSo53zCDRWDSIIwIOVbjSxQx91u82BXR5i1bNLNrl/rRV6CvQF+BK6ECfci+An0F+gr8jytQaNLKfBEtqbJfdAfjNskA7Z7NEBFiWkJr5/4Vg4Umq8rgkS7khAMi+LbDhHGsX6dvZ6PsBdOeCGwgkaR5UtaQxAtQe0Oh5gyO777a9i0Mm+I2XWSPUSgZgg/py+2PUAujEAcJjXlxj29A6f1wkYY+N0AfeGX27aU4j6Jhi50UpFELhazEmSoWwz6gnB3tvDMG0j36dgejFPLrIwhwRIhjyRvYzyZ5Zrbo4mEpNSGa3gWI9Eo/FkergJ8iIyUvRsMegX1EECYkAZ7wylG8fVKyTt3IYGrosTuJcbhvb0J2D3WjUrzsVW59ptgk32DcNKHBwPxAg6aR+3bXyX37rrk59aOvQF+BvgJ9BfoK9BXoK7APVuB3MqXm6n0qN6lA+BRget9sopOFN2NZvWXR6HIpshiZhBM0VwuafuVA0vXf2KJEWhvxSsPm7Bp7S1PPPsYGN+S01NWONbwP2PvIl6eRLUJ2y1S8cCGsiThqjSJs08rYwDn8kEJcuFLuhRgCuj3Tx7bIrB69wMiYqW5VoJKRLK8EHnV7iMufqaaht9bnLZypBiWLUHtaMWBYkbLaywBpCzYsgLkF6PQLko6KqLHqaukCZU6OaUjxQhyzvOKk4BXOe3Yg2UN+qCOGvQxiLyaoAfBBF/IXBDM6MAF92XNI1V8MG0XyGRuJJxIpJGFYZAJSCyPvwOiCS1NEo4YLUyQdMt1ElTWDgQLd3O45TUxM5H+mGFHjqR99BfoK9BXoK9BXoK9AX4F9qgJF2XhlqwJN/8sqj+yn3KNZRr9Lk5rtpUVuNSWcMPYvj60WA4nNKtgQWcZJCUw7r9i+3UkQ+HL7dlpOVJmD8yHRpLPJtg7fzK3kiilCZNhBJOszmbCfQxg6Y3tRnqxLhsS109nn8sAmanvDGhPJeNCR02hnJNiMAiPH3r4oxqZtxtgxMgIf+FwXFiTdtBBgdue2xqw7dtEIF8Gxbx7WGAMk+faBVGExiL2YoD37dtTMovRhtQ0CwhUjwBoQ0zqDsDNUWu0QUmyZpgqcGMmCPUlXslP26o2axKFI7LwsazRYNEg7P/jIvn1+HrdQP/oK9BXoK9BXoK9AX4G+An0FrvwKNFf+FlfyDnSdocj+2c1597cWki6I3TQDTJpmC8gHxnpfJNxBI0VYp2XzwyHPIpBiRwTB2Cyh+4W5rbEwyrhDfEre0LiaWIGvL1wmh3gWbiqdnmzxQ4KyoCNA8riIzhwJUusQgMQR5T/95Uuf9Qtg86Ju7yKsyaE4F6dhtka2Rr5fDVlKC47HFhK2NsBc3ktBhkxcc1ouFcygmN3+BWe2UsZjX0w85fMUx0BfBXjjZ/sUJd3JxnFh6/GNi8aH/TMe4hoHwgJcCiDlAkLuF6pl2UEJOAUJO45VTtEuWBMFSQowBUfAQ3p2pCV+TS2rUNTpTESE/CXWCqzIxIiESM3YoogQi5yfU/Y3ZCiU0yj1ksC+SDXG0cA2Wrx4P/nhh//vj9nZWQ05m/rRV+DKqEAfs69AX4G+An0F+gpcERUoUvBF4yX3Y0N60tqP0meiswyFp1sjIIXwBRdoIQK6aemQ/scxMEKMDTFZsZdbUnXDMtPu5exT3LvS3aahe0TANpfp2y3EiLCsMG7YTEF6z2I/6MRs4J50GEONckJvO1xARd3eJQVDFfLPVIiBO9JKeL9hLliCHc+hnDJGnvJeojdU2LNC9S6YQTFlJ8D5OV4hlmmr0oPzFMfARq0wSRZm5345uChifOOS4brFe2Q8xDUOhAW4FEDKBYScHDq2vsLIcPof9+3yIFbuWzRKFyJ7ajmHDqSIMVrBlzS2yD5KG2KVqrIVrXmKI6IVBnxgX3v2wGDR4sWam5vT9u3b1Pft6kdfgb4CfQX6CuzLFehz6yvwO1iB5up8pkIzm+CLA02y6Wyak+ZkATT5Z4lo2ulSYbvpptwSg30S2y8BCZj7gXwhsS23FeghCEgdHmAZ2qBF7FXM5EIQJgHSPzv9Tm8bkrOZ9S2LtcSm3Jk0HpdjwksR1cd3hCormJc0zTSIZwxCNkzoLktV5lV1mGQvByYC4SwA2gAVlYyvLsf0xAZr+5ENOaXQrHxO71fVfqqS4pS3FMbIHRyqm/Ybp80ndEKwedAe0/tbkDpiltxYivZLOUKwnnIOzr6hjkgXrGEaLLKuWI1PTGFDERUg4OvMOMiTI3ATSnX3TyRERMurjgAhY23loYCpEEo/9BExujCJERHwFYILlP8WyGAwkP8k2dTUtDZs2KAh3wMRoX70Fegr0Fegr0Bfgb4CfQX2yQrQK9GuqdCzuHerfVsVskpuY2imTFtvtgrp4HBMuTyqpyyjl2VCFiXONhNL7wEM6WGH2Bn84APDUf9X2BAVAQvABBXsi4Vt3z4isU1HBJjJLFnJm2b/iFzdsAH+YSPoqkeJjfMAOQ05XtKpGhLKUFLHMcA4WwfYFgMo9DBexwPUOAUTfHwGLOuEx962YUEuEIh9TudT1d7RVoCDVSGGyJOHbKf9WjJzNJ/QCcHmQXvM0daOB5TcI6hShWocQuApMhFlzB4YqUgZWcjtbiNwFUAhbqd1QhKBHtBohNKnk+FrsgKMpAj7GFdeIQmZGEYRFkheg9V9ewRUAtHp0RErItS0EAHdDLRo0SIN6N0npya1ceMmDXmzRoT60Vegr0Bfgb4CfQX6CvQV6Cvw26lA89vZ5srZhd6xNt6j8G3Dap6O2VyFhQZzgaKtRukGnXuC8t8kphn3JSVt0LnTtt7YgNqRTea+URNQItWHG52NDVPuODBG1hksFRD1wQAAEABJREFUR4SH1zHIjeExch7eKExz92gANLKTY1mHqj2EJOut6GIgso0vNkMT6PZQpTMS5DaFEoeS9yvYJ6SNqVTZDA00VOvmdFSXBXm6YVltWJlqh3XJQtS+P7lWSwzkWXNLoJ3TiEdWaXwyYeyR5cTWogivKalLE4qISgvMOz4CDBBFJQuNsLVQCisTwWtqnzQPBRebiEhlrrzHQv6yqK2TyVYW0BGhiAqwoxlQEV69oRlA8MgiQhGAQn7Y4ewa+Pynr4y5QO23336a2zWX//H55OSkhlzydeWNPnJfgb4CfQX6CvQV6CvQV+B/VAH3v+6W2s6HWAuU6KnMVQh0l520erSFRKDnHfXtmKV1dUy9oKstStMgFFImgH8rG9lYD7RqqDo7vbEluY+JDjoBBtlOEtd9tP8gU/bt1gOI1eWUeVjAGSyj1euipU3XtzseriNd7X8XJEnlvpwHK6/VxhShvEfKoVsMknvKbk/cLcqUbFVdWJmpYLFNZVnrpkgXpvc0pCSN2d84BUTt6PSFb+Xe1CLa2k5ScROKiEoLDB1RMRmItwm6PAWYiXC0BXYlfaSIABrAGF4MnOEUkM6kgA1CYhkuiogRaGwEdITX6iGTXpBFBFSFQTRZ4wGyxnTT5IMP9+27ZnfRt0/KfXvx5ZOY/ewr0Fegr8A+WoE+rb4CfQX6CvzOVaC5up9oSMvpxtftaIH2xcNnsswPBbo/ZZaXGpXu7mMTet8CtCS6Uo3UZNMaqcACTcj/1G+BGqYYKRuYB8lNvH0N88QYAqYzQLsUDIf8ktoQYCdClNQWeOsT2EOco8YumA3FBoBnQVuQFTA8AYJmHnMZISGVovwTSWYMbS6FRtu1MRRyKZyxcBYDTkz8sC8G6wHbZvwqTBvnYtYXNGMDLjlxsbqleXiAgCl5HzHGjc2iZCoCA3hPkxGVj6jY+VpniIi0DxhXwdgAm3Pc1rTf4NbbVhDRDNLOS+pcACehIkIrGhtxjABjFGHMWaC7GWFPbBBQXpXOpkgRMQIxHDpae9iFGZWMgACK2AMMkgifZAg2FPg3CJom1CwaaPGiRTrggAO0des2bd68WRGhfvQV6CvQV6CvQF+BvgJXdAX6eFd0BbJvKrWHkqL9gzfwyC6vb3cfZZCHCdsB7utKBpMa+iBDmrAU4lZV0Z59e7sPcexrmIceYmwa19F0nzukPzfs3bdb5h4zQQWfYGUvem37sQsyz9LKjeExzb46oA0gx7j8vr1kbdyL28a9ZsGHdAlPPAhY4psdZo9u24xfMnDK0II1ujtYhTbnHjTBcx8LCWyUwdOSxQL2ZCoCA0SeJiMqH1Gx41hniAjspZAIVxKbhs05bmuaFjhtOKFMRGOJcpiKAukkiEZoRUM0psKLQMYVvCqHPb2/qINU0hYtsSIifSICBTNl1T5duwW1yQgIoIjXHAySMDdZUw1FNIoINYMmH34sGgx0jWtcQ5vo2bds2ZI69aOvQF+BvgJ9BfoK9BXoK9BX4Ldagea3utsVvpnbz/YBQSE4kByYFpaG3+2zmQrcb9LIUl9Q3D8HkpD1EExTbsANQy4y1ZaoNhQLBvZTwSuBnZCxymr6XXlYZF/LHcvYctt0OssrOBbWBO507EiTjgyCa40SOAApCWnyxtUfL3yHgPcwQpJbhjdEaL4DWHTmhNZRYFUBhExcusQgL3YTlK2rpRkoBN4v9zKN2BHsQeGZ2KSsXbBpqT1QBB4EYbbyAC8Y+3yYIHP0DvbU28YGEaEI4sFYFhFCkBARkEDrmhcoMaJCBATAqgqtYcspMattMIgIMStIYPMhD5+ct4YEaxu1IyIUEWoAKNXTBFgpj4jU+U+MiVtUJIQGyJPmArVosAhVo9mZGU1M7NDM7Gz6qh99BfoK9BXoK9BXoK9AX4F9ugJFkX1lyRbIvR9tbtJe3Lu5hzJtoO3lNJaU2hPj5q7JDwxQ5ERUe06CDWmSC/GN2Qg91higwoadRzQq7GzTXYRQIWlXO8DZyjatlBhEd1I0eZkrdp3O54CVH6QM8U3A1jxeSNoVo853CO09jBwHI7YjZ4TV2lWA8bQR2Ge3bQeI8NEv79sJbPe6LzFxdr5QTBiUqdPYQDzGjcgI15HsRnrnO2LkOJikvaUVvKYo9bYxFxGKIB6MZQ19LwIZIqqu69eNQwwvQEQuYlX3GqJlWtLGhIwIMYEOSyEpgtUgSuD6wApoRUiliEj49fr2AQ6NogkNGuNGPs+A3t3YffvOiQn5//6ICPWjr8A+X4E+wb4CfQX6CvQV6CvwO1aB5mp/Hi4h9K0cozbXXg0ImFCeXWOfdCs2jaMbbtQIJbejiGnOxQMG5bDOshRaYoZbg9E4pDPxcuKUcbGHlGXc3MwBZn1xwDsvRimyMKHzq9LawPuCNHRGuGQexgQlCmu6Je4oqx2n8jWS171KhZoINkZpNCSKMWwex7SB4yKCypnLiCdIpuTF9UNRo7QHx9omFl8ukEErh0pjzMHO32AlrFELlcO65RdQZ+9cFqRQzsVuBljPjuxytqyjjX3RElWICEUElxmBJYUuO9Bb3qKFixi2ESx7e1iGOIIFXUSHpYiooIob81ykmkFDDk3+G8INvP/mx+TUlMqwvjrqR1+BvgJ9BfoKXOEV6AP2FegrcCVUIJuwXOgZ6ftGWyDzpG9zTweSwUbG7v06uV2CBfO0cQ8Lm7RlSaSAhVbJsnGgzUJBRIQ1JrQl8N7vF/bt1mOXNuD0Bdc53rdjyBzZQXiHTmRcT24plA+ITY1T1yukb3fc3Ix9xjFy1887oXECkElBQ/6C2Vqghcp4mIOzDsREsfcpLLpcsE8qOr8W52tHzPFAHdvlbD/ThkrbIhQRPHgIemYpxMgFPD6xsbJFajobcATLuK1pyxBHsMBHdFiKiATHiAhiVb578LF40WLyabRp0yZNTU/Lf3tI/egr0Fegr0Bfgb4CfQX6CvQV+K1X4Nd5APJbT+rX3tC9LuAG2kALntP+tOVGClbrMKOP9vUIykI4//LYDxfcbycgT1v/CTIEWOLNNA3IDyzsB13tvEsFrHIml45cgmznS5cBGVMlY9gUS/QymGXvmixHsI2NLTdA2wwPpQ22phHL/4eFf1lvkAXCH2Ofa97nsND2gEmDc/e+jmE7Q8rZt60Q7CiYI/rxi10IDjuahZLYrmRaFheWwgUgBckUYmnEOg0xWlXqYNuJLbl37p0SUertG46UzilSBJIWLMmzmTAgLzwgSFkXxHJFrt0yzplu8BPANEqQQhGAugFt3oAoOoCIhoX9ooCR7z1xUfAlICLk4TWSlyKiXqBk3KghXhONBoNF8l+jn5+f18bNmzUzM6OIUD/6CvQV6CvQV6CvQF+BvgJXiwrQw7kvM2RTCe+86QDljsZgncWF7rO4GbQQ7J7OPSstVvakbrNK9rp0rzgwHYqweLVGBbwHOA5QDTGFxkSin0o79+wGgjFV6I2N09KGBjEyJzDKtAHD1QmdsYittCMfaMTau2+3zGcy/CZ9e42c2bV7O2KhP0dmskrb1XILS00LaTFw9hQkU2TktDuMScp8dMvMV8AWod2Tb5XFLwwCxwgHRu56IFIEkhbMd3LTKKm3X8t0SFFdoqJ23ZNT9sxSiLAJymEeSNoLNAYRYNjoACKCpRQFX4j3nCFZHQoJiACnLRx0RCgCUAX369m3Nw09+yINBo12z+/W+o0br25/+0P96CvQV6CvQF+BvgJ9BfoK/C5V4Gr9AKTwSvjf9nWfbdqAiGmKppx23ZRoTLkG1EnT6ksGRswAPNNKqGDsZ1RlFpoy0JKLuxhKtZEtVYb3f3hoXW3kieFgqYburH2hEr7omKYAJoxNx+EyN5dUEiuxfZR/3T3gkeYO3ptQ0BqNoS+GrdD5J+CEG4lgZgJwDIl6UMwh9kz0KMQgb+fDI50qSyUkKtlH3bB9Ia+CgFidDvtOYpwJtgSpKF8ePDw72me53B0cC7CtodqJGN5POSJCDRcP++c28JG8LGJh2hw5lGRa7bAMiAjZJwI8Bhozjgh5GEWYbqE08pd1wj4iFBGQoeBhhhhhaJeIUANEhKBk3wioBh7wWQbNQP4PFP3a7Ni+Xf6r9N3Z1Y++An0FrqQK9GH7CvQV6CvQV+CKqkC2kwRzb9YBLLNy2aPCiR4oGzbE7nXc+1gshepAAdG1g4lzqUJrDelnwuJsPiGYGaVNxvG9lx9iVBN3xAak2NjdNjW8OQLAmBoH98m+M6CtM5XEScyO4Ox5wUjZipU4ENW+XYe/Tt+OLd6sdOaX07cTguQL1SqJu7zg0oclZ41RrpC+vdvDgcnKKKHWriTtxbxxBDUxAUSE3OuSbC0HfDTtFbVzxTyCRYwWQSkCBogIpU+Ax0AKdSOi0kYRplv4ZX07dq2VIOXF+zQwIb7A4w89ogk1g4F8nsX77Sf/jY8d27Zr165Z9aOvQF+BvgJ9BfoK9BXY1yvQ5/e7XIHm6n24cK8sek+OQRvPRYKVHpxuOWf4mUTa1I4aM6abb0zFnUGYIanTdIWMgrC0sSHbmRo7J+/9kQyLhsgK0ZCgYd8izcP7MucEvKdQFi9YlITIXO0HYTOkTGKxtjxa84ZWmLFI3thiLNipcFbHk4J82Epir9wnjYp88cJQsrwQHnDt8IKRZCZtBV+qKaTPYK5wo8JFbI1UivwSI6XgbsI7jsCdCFyQJVhOMvZnozx6oDdgkrycCxBhKVYo7BtRecwxiQTT1hlMRwSIvfGJiLSJACMlkjJ/eCykYEajiBgBhDyCJVS/IKG8GkINFxztMbJCVRIg64kJVScysyB4VjMkACWZbsgBqHQQn8cg8M0A+WCgwWCRFi9enH+KbOPmTZrdtUv96CvQV6CvQF+BvgJ9BfoKXF0qkD2PQtHQAIm+iT6Nlb4PPmd2pG7VKnAwxKnHVO7fzCPOabqCV4vAYbwAo/idiEDuFxNUyMaKoI/XHn07m8rKEjVgkVMKxBkRBgkTcaVNmG/jY2gJgD0yldYXGyQyDNnAql/Ytw/TncW+dRun4//snACSGQcgpnm2kIdjJ6BrVRYr8svkuLTlsWUHMxVYs0bIHateIsLSPJopA+rk5VwQRLDYCoX9IUczIjCL5K0zmImwjJzwiYi0iQBbycHyXPBYSMGMRhGRwGIBkFNohEYe4SUh1Lgv1/hwNAMyG6YegrhIRBA10EjIgBXaQigQa8NOBhuiGz0Ecd+O3H27/+DS3O45bdy0SXNzu9WPvgJ9BfoK9BXoK9BXoK9AX4GrrgLNVbf1FbGzG1eAKRpQ+maacNp0iBQZD4dcagzKgahirxjxe3h8aPmtAJgwKNG5Mc8HG9BI6oRmpo31tjeuAlaUZCD/J4WOTYuMX8hfKaeN9uyg8zcWjzASQvJfkU8gHhwx8IaudrCCNwK8DywUBibsbxJJ5M5BiM4ezIMMBGhtVKoFJlXmFRtr2cxn49qFTUGCDg61zywAABAASURBVF/ESdvF4C0tMySPtQ1KYiRcDMwna2PAtiWFdTHtvQxVIkXgKyWOiMRiRATrntN+EZE2ph1fCnkgBnEmNinILDX4zR/BgwaYUGDj81U7JY/MzolchSptGgTqRsEJGpSmrSoiFAGg4rhe1ajyAYc5a50NqLEtYGw+Aisg8PGlavF+izU7O6MtW7ZoenqmC4lnP6/MCvSx+wr0Fegr0Fegr0BfgSumAu7PatMdBKSvohmyLAGJdSX79kLvbgF22JhKxOKe1z2efdIemZsi8wtgjxbQM7NXq3pIB0gnaMwK9N59u+i/Um5bB2ghWRamtHffThybCWywjQFDJI5mSvVZQhp6AXxMkBjBvoY8WyCwJ72343UQEWKirE6OnDBkZUMqK4PtC77VSsgqENLh5RFeUmNrc0ANriq2t+OqDrNQRoW9DLA5I/CFighF7AmI95j2i6g2pgmFPgDhSy4ImKQaCmkBLqdvxwiH1oqYNo6oFbD0F/Xt1U45IkIRgDdFEnuBz+sHT5a7T3e/HhGKhnsEtjjLYPmgGeQfWpqemdbmLVs1PTOjfvQV6CvQV6CvwNWjAn2WfQX6CvzuVsA93NX2dNkwk72b0uxXvbSQOpp+OmL6Yhp3ryUU2EN6Tah2GQHe2B4VuEdwAasNdN4UHBsrz2ppu46qtLk0g1jYywxgRQIRYO2RCSXdycDMNEPuzGFzwib2YrqCV2UYMSoHwXQMUM7SWhRzYwrz9UELVE4WbOq+lYZl+jRBlCBt5DltBZEFNcYMi8qat94yg3mhNQacgwGJPJI2USGCfSpZw7X0OPJr1/ERoYjo2BZ3PHmwpVo2IGIPi0BSBREhNaFoGkWAQ2JqNJCP6DEi8PGDCo1Zd36EEdFURygCMEOsAEdElYWUcdpYDReoZjDgErUIvTQxsVMbN27S7t27FepHX4G+An0F+gr0Fegr0FfgSqnAlRKUbmzU02Xb56UF93Rl1LcPscOa3i37HXCXUMHeQDOKqCq8Grq+HQVqJNgmzQLHipjISbDkLijSDLywF3v74YYVCRijt3c2YEl3MjCzM0sbeM/OzLTBvCOb7sCyET3GdGTaO3hrZLllWQMY01ZVjMBMgk8TpBukhDynrSCyBmCmsKisGevVDvNCaww4B0MQTwzToG5GtHIEWGdIyD1m5txKIkIR0XId6nhHQNayIX8p15BHQBtL7psLfXO4pw7kgUxjA/kYNyLt9wv7dqxiYQdFVK60sSLgE4ROati/aXgQQs/e0LsvXlz79h07JrRp0yb5/+5TP/oK9BXoK9BXoK9AX4G+An0FrtIKNFfp7lfI5oWHFASiEQ9fVtqWuxgjywcXqOtsG2oY692IJ7YtsoiolwRoTzh41T+plTbVWqNRZJsCn39LPQlsuIH5b47kxQqd73P+N2BzP3KyGVZkCwWPCftYwgl4SGNRZ5u63IWdUFiOMWJ8ycleiEc1sN6azsY6y8xXjKvjORyk9ZkrSRaAkJgSwX/EDn09PMb2SUBoJ4CZ5c0cOHMxtMLSYoJhQzwmnkzecpxRxLKf9WJYbYgINAjaaZlByBNbDm3kPTqICNkmwXtLXEiUrBhVHfAGBMyGCwsop1OKaOQLlC9EVVUUqWVpYzrfArswscA47BuhiBY6A3iElRujI7CzFJx6cN23kfkYNBpwkTLst9/+mpmZ1Y6JCU1PT9d6qh99BfoK9BXoK9BXoK9AX4GrUQXcQNFf0i7SThXR9ZJ8AWDdgLrXMqTES9VVqmT/w4pllUcEjpW2DRw8VIq8VGsk7OW1JC6Q7tsJpOxdScg9u8G6lJFH12OmDGPrhRx39nFsTkADadGCrbMIrMEoLMcYly4KfpCoEJsG0MKwQqeOxVwaQThrh4O06Arr2wmW+Y1h51FlbJbTGwPkQHZI2txaKiLQwLTTWoOQJ7Yc2shxO4jAD7CdaxoYNLUFhhLiGAPloNVGlqQoO3STUPtny4vCyMCZjC4LobgS+vaG5AfNQINF9Z+snZme0Y4dO+jfZzheuWwavaSvQF+BfbQCfVp9BfoK9BXoK/C7WoHm6nwwX1CG80N+Rz9Pvz7MhwBuMYc+VNv40uaiL8CQBnQeG7AfPRRcjG1Lu2xzN+VmjQ3CxlcYW6beAhPGNjRgU9mA89WA3bFJMYtzLPlgAQYLtvKaLpY7G+MRoPHFJo1YCEXOJQEVEkGLsxTAezkCuFNiUXBqdzOHnW2RMBEoglxNZ174c/GrpIWOhVXxW4PTE4vdLGAHbFlld988bG4+bTCBLkNs4FlxS0MUGLYklMT+TAVf8sDedAIK23QPjKz2XzkXcU13EIE1YN4PLYwNwRIR4m4jEOBzGFIDb6yKvZHq8MUlwrpQWARtWZIspiMCXWhg3EJD6CZpH5d6QReDGOCIgKjTVJ4F1jYRoUHTkGsQV4oILwrLmtBg0GjxosXwoa1bt2rrli3VRv3oK9BXoK9AX4G+AldiBfrQfQWujArQ711e357tGDop6hd00JiW8uv27XSd+NCG4u9o7nvpyyyw3FjtqGqYAGDYJy1NGtwT28eABQG9ZoSCLTvRV7NCm2cnDTtbLAu0eeN0QkZIfLDER0Dh/uE9UeW0LVsnbXnyxKn+oYiwGKBHtz8BUw1WxsJ1j74dHmfvU8Cye/FS5bJzkmjpr70fJ5LSxpkANgcVO7M/Ewph6xfJsaIoyC6vbw/k3YwIRUSy7nNN2M+SiECnFmisZRDD8gALXcVd6g29coRloRAD2jKo5E1HREuDTQO4KcK8j/ub9+3OMCJEMAVB/VCl69st20Lfvn3bNkhs1I++An0F+gr0Fegr0Fegr0Bfgau6Au7fruoc/gf70zq3nTAUnSyhIGhnk7aK1h5hncmjF9BwYagtqS3c9g/l5l2+WGBgKRIoLhvYJo+fCFJ84cDOm1jURsfWFFEDgPRqgJQgWjF2joaIy0oQD0qygYN5O3UDgffpoM3DOUCyfX35HM2QXrhYP+It7Da2E7GKgQuPOEcZkhgXHlaJBl7kkSkRh6lumLaLsRzPW0erTR6GX9orgV/qOxY2tne9DK21sFRdOEJ3XguB0m2uOhApwqtUV+HkqCLdRuF9EHkWEqz+vAMCsBBIa3imKoQCuaExtrCL0+5vHao6rYfKyxR4YRZF2JK9XEP7An5NI6LVVeuIlvc+phF7b1DaRVS99xg0Axn88GPx4sXyw48dEzs0t3u3zXvoK9BXoK9AX4G+An0F+gpc/SpAj+Qe1YmXbukIsHu48f6VNrWao/vlfTutId31L+vbS3HDOR69pem/pJCHV4Npi1IFMyQ2KSi6Xs9K5Ijl1tpkBay8TwcocxefO7dv0ixl6QyLiw9ZZfCeoyRwIpZzd4+7R99uv8bx3IPiBM+E8CQaTNbPrA9STeFQJM8m2bMb/+K+HW09rQl7kxJIKURWfLbuLFIVO77GRtrof963k7pTjggRrG6QsUvuWwWs1oMacIAX0sMOmWzdvZb4N0BEKCKUAxQRlXeNTaPoShgR8v7RhLJv99/Ypnd3z75o0aK2b5/o+3ZdPUefdV+BvgJ9BfoK9BXoK/C7WQH3clffk4UUNJ9Fyt7W2JeIBMvQW8Y1QPS5AJeETuZbAU182MC28Labh+4mphnYJvTGGRYX4lhcNGx9rM8/7aUi7yMcmdjDy1rbN/DsT6AqratsDNiqSlixwVKjEYEFMcBVhk0XtzqitAzEZWsIsBkTJTlC4AZtHyNz7FFJVopgb//iPm3RDblwJW/b9CvkAGQBECIL9gnj4GwWQTuDhIKAOI5XSVbz2Hgvk0hEUCRimDNAMkdHhfblKiKg6gw7QVoOyrngKdmUI9U0vJEWhn0MKQlWG4N4MdXwXjJEWGFhqbHMA6N6FMkWttVoWBhqbCel3jYRoYgKWMgjIrBrFA0QIQxkuhnUC2gzGGgALOYS1TShDRs2anJyWv3oK9BXoK/Ab6kC/TZ9BfoK9BW44isQoWiyPcveL/si92kGdnMPbVn2iYEg6DLBVhf3s/Sg2d+hMm+7X7tvJ8hv2rc7Y+/l3CQSAkpCKyU2mWJWlIO8bVXAyXNaW5rGFLucSI3dtXMwFNmf+pwZxgvArH6jCOJJDL5F/sW9+2xD2btvx8J9awzlTTLbyL5dCl6EGtarQWnjOAZLCvlUuu6bLGbiYNa3DpYk+KgGM/aNwNAMEHYCWw7KWWMkKZvm64qws4mqIoUUVi6FuejX6turF5WQ7OWeWu0gqsTGDSCG9QnwIb7AaWMddEPN3KsL2hARapq2b28GWkTfvt+ixfLYsGGDpqamTPbQV6CvQF+BvgJ9BfoK9BW4OlTgf0WOXEOu7ud0Y06L6s6cFheKZllQAEzeI0qkLDgqFHRRlZekK1PtMUHmFR5EiE4N106E3g6EbRsjBdDsXLhgJHAZ8bXGdm7sbTJkyeYe7GjWDdMHD2QFH6iMy4KGrDFi1oRw4jhSiu2phZG+ZjklsWQ+gYgEsKgLAmtDhRODCgUqbkkomEhY8VV1ghcW2JCRc9SwtU0z097DjIhTcKsye4hLApqUo2BanxKMOzG8JyDZy2BdCi7jo7Fhy7zksQ8zNZYlQb6mE1BGhBozqqNwfrMGS+plJoSZWbDpSLpbrIsMgpwXg7XaCQplRCgipDqNRiBGwEWEBEQEKJT7RnuRQrZ4v8Xye2Xr1m3aOblT8/P93/5QP/oK9BXoK9BXoK9AX4GrcQUWejoaO85BP+gVMTNF2Z/LfaxYDbYp9ES1JyzuS6tR2othEYiODxuIVg3VToIzqx7jjAF2gIK0uG+n5y3A0DRutIdWKx+atLaIsVZaFCj3aSMf22BQnHUR2mRYoAMElPSE9rQ9+2GaBqXjLYPOM9BKo7R1jQc13rcXbK1wjJKEHcxhyAzngtx25XL69sI+qNliyFnxhQ/8RB+aUeBRMK23okIVY+EJSPaqr1nGFCEx6mjYPWZao48IMVMXuXop6uiIUITB8gq03QpIA0jZP9OTY2ZWEY0iOm2KZC6wkSkCJM8S5rGNgAKSVVqZTBADrSJCvkBERNKDhp49Gg2aBnFo8X77aX44n3/7Y3Jykr6deuLbz74CfQX6CvQV6CvQV6CvQF+BfaMCzb6Rxm+WRcGNllzcJ1Qb+Gz/O7KVyX9QqtKpUdL2TWChB0eo1g6BMAFZDoLzLKK1ByrtnQpkBThuKrbnlsDseLQ54XNvGPfDINrnhVjtpSSI15n50mAgE0T2b5XeBP8qgdhDW9qY2BY8DSbxyVgjHiETsXx3IgRca48w80ACmaq6F/pORhwrRjHTEKEnAZO1LSBfFIw7wMa+NVonpCh2StYGSbCYZncjuJzQSAjbZtn6mYvwmlbifiPBRoQiKojRQBtAKgrSAGAiQkwsPE03apoBsrBgBNGEYvRdE8grhELtVA5YWSApAoYpIMkRDoUvTsAgQosGjRZBL1o0kP8K/czsjNauW6v897LVL/b0AAAQAElEQVTRqx+/eQWGuzUzNaWZXbt53QnDJXV2ZlpTs3Mw/bxMBXpBX4G+An0F+gr0FbiCK0C3R8te6L0IDBI9XCKzI0Lq/tZCGrbyFtklQQw/pOgYQiVpO1TMQttlgOQnf0nIiEmVvft2Aoz62mqBI17IYYkVACKf4LfVt7NdMXhpMW12PUTHk19AO0dIsrO6Oni1zLjqoTxTWM9WCJgsMVBJ9JsZT+2w0JCRW5nmvUnLpHKMdtyWNUKdf9iIuGbzRYLwHhFeYZjjfXvjXrvVNWADiCOEAlvBRISROcB0oyb7dtixGQ26K6BvJ4waOVYzeujhvn3QNPTsg4TpmRmtWbsmH5qRnvrxP6hA2a3Ztm/354bKvHa5b5/Ztcc78X+wQ+/aV6CvQF+Bfa4Chf7Cf7jiKkms37SvwP+CCjRX6zO6qaYr4g5DUzx2kpQXemwTFfuSlH+Ky8ZRbf3hYih0/lilMKDDNnz4+AOoQHcXMVQyL2QJFqRXvQckmzqEbN3QKkPJ8YeOh4H3MW+wFyKbQOLAdJ4N2PrMLeMVLoNF3nMIX3OA5ezZBYI72SgeZ8QDtVfVTCDrWSDqTL0fIhFioYYO0uq7fDMXLPxfhripTzmZp2/ahq8FgP85rCKfo6D3OSgAVJ0R2HGLAFUBGcAqIpR21ClxapGBrZKiflVjTBxdObxHqUbwfkwFQu0cop6czNUOFERSCxGhhstLM2gUYVCOCPYDXIoUtEuAQ3yhiwilX+YkpMoREWCDFAEGisBSrg18eM/gHWJoQtGC4/nfEJ6b260dOyY0OTmloWuiq3oMNTe9XSuXLNGScVi2UZO75sfqe1XneTn7++HHQUfrNrc/S6fd9HAtmp7VzgMP0y1udabufKsTtGs3F/nLcbsiRdPr96rbeA33ppdv1W6+z6/I/ftYfQX6CvQV6CvQV+Aqr0Ch1aPh9I84yIV0YNzHup+jwWNaIPqfUvuLqKbuRQ2WGiz9dft2xyewXRLYobJOhpy8UaNGVtrWvVfmg8DYIIxKaZMpRGC61/x1+naeM3AegnkvwHvQAtccHBIgHCKvUoOpYxvSCDEz9dl7ozcPIq1Kdatz7eqUfTu5WmdIX4hCRxrsYnAtvU+RQ7FiH9CeEaHsUcOcYagmQkwbKw+FvTUdpE7YGJpATG8+ZuP8VI2qjpXScncIxNwjigUdmAmYrAg41LiHHjRp24WJCHjvoz1GwIX4avXus8M5hZAqRwRMy0VAA6XlGywa+GDPCN4hxk0oBgDY8Rbvt592zc1p+/Ydmpqa5uUqeF31c35uSptW7N1/rtC2qTn5bX/VZ/gLMii7NT+8sW55x7N06xNvqAN3zmp68aE6gb79DmeeqOv8Fh6CzE+u3vO+s3evvge/XFP7xF3tF9SzF/cV6Cuw71WAz7mZHRsv8zmzdLhY1xrsx8/DfePniPrRV+B3rALu666+R3IzzWcD7a4MYnUDbRRBY6qF4YtA6qxMMY7gAIStubwUyJHgmNXeBoUPIXChz2fPvPvgk3p4QTiOoViJHTMvKajkByq+oLnhtxuRsjmez+4Ty3S0FIBGUglycWwYh0kw3YEvK5cROqahBsGUgKxmDZCjaU2wR1hSitrU4WxpkBrrIZ2/jNF20+fBTT5TIIxgBUJ8gRHlDFYDSLKcOPYTt0HjImsB67QwkKAJQEDxIo/wkmAqFAEkz2KaC0rkBaWRgolMHuCwADqwabBpuLwglvNADMbCAjNARLBKuZomDZ9771qIgUo2SYBvICKilRmPg1Jum4ZcIv/U2kCLFy3WAHpy54Q2b94sX8AjQr/lsed2w11at2SLrnvLe+mZL32N3nTB2/X2d7xDb3/zm/Sqv320zjpiXkuXbte8C7Cn577Bza7Q6ps8RM958Qv1rKc8WDe9dJXW3eGBOu9vXqi//Ys/08p125WfD1dStn74cdaTX6W3veUCnf+m838pvOX8t+p1/+9hOvyg6B+CXEmvRx+2r0Bfgb4CfQWuogq42QLcaRsk+hv3DqCIMKdudL2W+60qs6Fam+rtvr0goYOlf5NsGyAT2SPzoME/393fRqApKNk/9ZBI8PNqiQEDpnteg3OwG6byA4tf3bfbsgJhnE5lWL1L5mQF/Gi6ZzeM5LZ0LhXGg1gTnDfszDl8rurm1SA1CL2P87dv2BYfR/N5cJPPZHkEKxDiC5ymLAGMpuWEth9FkHHBXgmSrFcdoe5LUMWLPMJLgqlQRCSXC3RkH9womiqPqK9vRMhftosIXV7fLp8XndoREUl5jWAlDZ9bYLjUdQsi2SRBoQYiIsQEjA3klQIhk+Dkvr2hV2+aRfIfWhpEo4kdE9qyZYv2iVHmNbFyieYOPUNn/80r9MY3v13vcN9+wZv12pc/V392xqHavnSlZq78P//zG5VjOFzFneJeetrfvUjPeeo5ut26Vbr0xHvrvOe8QC9++tlqVq/030H6jWL/Ok5++HHIHz5Lr7vgAr3lV/Tt57/5Ar3tdX+rO11jUf8Q5Ncpbm+zL1egz+23VIH5qUu1ZOk1dYs/eoxe6N+tvPkt+fuBC97yNr3/lc/Wg868mQZTu/xj67eUUb9NX4H/PRVors5HdePq/LMZbxkj826dA6UBlLPSXJNsgKSzcTeffsiEkf+0FHem/NDxBcKNM16ynYXmK42XLy2AZWmDP724IyVgkdhLjSW2wJIc7ON4BvvYtgJ6C7nBBNYmvZ91aodp9+OVjYosxDgRkgYiX+BuL2SIeDAjR62LXRHWWkDgPzp7q0PkmT4NawGqsxgFsKERmKRYYZRW6gY5+BLqX+gP88EHfsy0BaOuezTsQIx0szLpUHC5YE2xF1xkVdMgDYkpysVrBA1jXUQoIuTRgEOcEiwgmlD1DdkpIhCHGmNVWowAco4Ic5VxDsnZx2AGXwERoYiABBSqJLip4MtTRKWjaTQYDLRo8SIt2m+xJqemuERt1czMjK7ywcOPjbMH6f7Pe5X+6SX/V0998hP12HPO1tmPeITOPvexetJfPkN/9/JX66VPvqMGqzZod1eUqzzxsQQWQ39lm6577Im6/R88UC/41Cf05Sc9SL9325N0vdguzfifwQqMrpx56YR0u/s9Vo989Dl6zGMf80vh0Y95lB7/sHvqmBvsT1r+Trxycuqj9hXoK9BXoK/A5VWgl135FQi3tAney22De0Ck8k9ig+WGStMT2wBBZ2Pn9EPm/tk/LTs+ddjjZa3cXNZ+Gwvkomc3WG/wpmiwTVObJ+1lj74dTY2DBgfvC0JqP0eCI2GmBYBl2LYTrSKVFrSEhURIhHjvvt1yg8+XHl4MCGstIPC33lTGN2Egnk3pqrEwZUAIJwVfkuwAhOrocJpQq6FhOKRcQ8pKUGbacFFCpWLfFjKClfASuwagSLEXXGVV4z4YgTV79+02iLBGahJzSmMgmlD6QosREZi3oIoRQ3kFgpcAlDOaRM7BRERgZ0iOBTqkiFwU/orKB/sa3Lc36E1H08gPQBYtom8Hdk5O5v/9Mbsv9O08/NiyXrrNOS/SP7/iRXrmU/5cjzv3bD3Cffs55+oJf/5U/c2LXql/euE5OnK4Zt98CFKupZnda3Wtw2+m297tT/XkL3xCn/6bR+gPzzpVN95/h74lya096EqZM2tndOM7PlCPP+ccPfpX9O2POfccPfLxD9HtD7mW1szto0+UrpQq9UH7CvQV+E0qMD+xRLtPPkf/9L7X6B+e/9d6yl8+SY8999H5+4FzHv1IPeDP7qabHXVd7drePwD5Terb+/QV+FUVaH6VwT6vp5tlqoMu33G+oxNzS/Cf4jKIBtcyMdyEJxDJGBEz4GoD7UYfV+HCJQAZjr7agCovxogxAd/Occ6XKZVQQ6AA6mWKSGxgugLxVQcaJRDEOksh2RMpPoSoehSWZ47IbYtFtQuUBiy5whDcloUHBmVEO87o3Jh7ojVaAOISMP1S54sAjj6T+dwTG+dgOh3ZN3XJsB05RIQiQmIaOhIVMgtBwtaOYNv4LC1plBBRbYVBMQ3L1MKoXKpY8uJiUROKWACp0g2yCsoRXltZRCNZAB9cfJR8KEKMIqNAFgFlQNpNJDLk5Qnf6h9qBlygBoP68APsi9Tc3Jy2bNuq7Tt2UOqiq3YU7dy+Vmfc/zw9/S8fqruccoxi3ff08fe8Qxe85Xy9/cIvaunMITrpjn+q//MXf65HPuQMTaydzpfxt5f3ULt3zWhy57R2c0m/3H0XHaODNr9Sr3v1hfqvFdLRt72jTr1+6Kf/8SG99q0f0yFHHqy9XrLLDfObCo+8pvRfH32H3vmOt+mtb30r8Ba98fWf0ZLts4Tcoq++9g06P+Xo3k5t3/dpXbJhl66xqOGbgPPNTmtyckbz++xfseEYv2SWMqfpiUnNzO7+jd4bZTf+k1O/5gOhot1zvB8mZ1X/pO4vSYxshrblvTO3e/jLDK863XC3ZqcmNTWz+1fkUDScn9P0zknNcgG/Kj45SuY6pWn/k3hXWALzef7JX3l+aej3CeefmRvyyv6Kcu3z6qK57vv+ysqVX5Ltmp7STv8Jsyvs9SJZeoBdUzs1zYPlq+S7iv3npic1Ob2LnwnkcyXP4u+7yZ2876+S017Jp7viw+dbjYWZ36fG3S6mDeaNR0Bp3bMbpNqXi+Ge1Q8MLHGPhYhpThk7n3MgwYV+ChkBCxrQiIdtFZbauMI45x5XJdQQKIDsb3mfGS8AYVRH3YOVINZbCsmelkGFbaFRwOUfSkLJtAxwbGxQMwt6rJDZq+YCLwAb1wCj0US6J20/wFVJHc1OcAbHoax1T/SuVZcranFcpT3Ruv+/IyJknSHYGM4pIUtKOTon9KWNMKZVRMuBCyBYZroKJgAxUsXinjyakICIUEQFTKDpoeEbgGmRwitMlTVKAXwEmmgUEYByQEJXGUTKxpeAcd8eTSjcuwd4rG9fzIOPwaKBdvGzZ8vWLdoxMdGeGMerbBbNbt2hm//RQ/Tnf/VE3efOJ+uw3ZfoKx95p97ylrfo7e/6iL69ereOOvlOetCTnqqnPPTu0sRWHnD9dhMezu3SlH9e/4LeqxkcqkXzr9FbXvc+ff3n0zr8lDvqrKOuoaX/+Un905vOlw4++kpNeP/D99OlX/2gLnjn2+nZ6c3p0c9/4+v1lRVT7Fu09Cuv0xvPr/K3vu3teucF79c3tkzqyMWD1M/PzXK+Ke2aH+4D7wlS+nVna1f8T/Pw+kzPzvH50wr/O4ifizM8FJze1X0g/HLn4e5d9K/U6xfd48bcr+pedyyVK4R0DzHT3nF+VbWuvLMPtct9k+9OV8ipxoIM52vsad5Lv+qAY277JHlF9M27d2j5wY/Q0//i8TrngXfVSQfP6uKvflIfeM9bdAGfM2996wU6/1/eqk9866cqhx6g2KsQ8/6dB3dqrlp7aX4RS/2npuiJ536RwYKc883NTHEvmNXQTcGCpqf6CvxOVaC5F3Bs6wAAEABJREFU+p+mjD4cSh6Gtc5sOiATu0unx2/pNEza+gUOqyHcgnBk04kWcBnp7IJX8sb+sCreDGaETe8FsOnjmJ2dZQkIHcKxO6hyFEmQK9g6Z2KAzWkLQ9UhguEuAlEn7Kihca6WdntZZ5khZRbYABgjVYtuK8AKjIel7ui9hqOTSbbl3pC48UUClwgvKVJES4PEaMMpxmMgR8BajRr7wHUzAnkTyvg2jCa9xYgISwRSXmaQZfXCRCjU8BUSBgXk/cWAVALyBghiCowqUffNY5tOloqWcRyfwfqIUDRADNCGmqYZwaAZKC9S4O3btudfo9+9+1f9wlNX+hjOT2p28131tKc+UicfUrTyPz+klzz9qXrywx6px5z7WD3qcU/VX//9G/Wln+3QdU74fZ177n115qk7NDXHyac3a/R/hayY2DPX2Q0LurUTo/fi5KV7/zvFe/NLNdtGKsM5bcx/f3eZVlzzGN32jidq3bJlNe5EffdV0wlky7VDG/SKpz5Fz3z2s/XMZz5Tf2183kP1gnd9Q5vXXKKlS6q1Jsf23LX3a3AJsVp9a/7roGseeby+8o9P1NmPPEePfvSjgXP1+Cd+VeumHX9S3/vzJ+ixKUf3qEfq3Ge+XZdu2aVLly/VkqWc75CTdNZtj9Zy8z7zxBy/tGh3Hvu/RWb26IamNKr/kslqPLdtTLZF81XartsXdGu219dkdseCbMn21u6yaLTPWl73Ts1nwdzEsvT3P4928t1uq+MPXU+da/0m+SV1Z3q5GP+ZbdV26YqhTrzd6TpmU423hIdDo75sR7VxDpPrTC/VisFNdNszb6jly6gf9drBBXR8j0IzPoF8yZKlWrbrON32DjdXs6KNvXJC48+ZNqXdEs6xTDy/acMUzc9cisxywypej6F2rDZdYVP3RsWjzE+P2S7RlmmEv2iO9qtxlixboUNPvY1ufcyKNsZ6zY0OTxDqNJc1WKply6WT73QbHTmxvK3zBs2P2V66d+y9eD+Pm+MbYUkrb981bMKkKe7kxgv/yEfR7plNmdtScj3ytNN14jXZP+NMytvPbliSevv9Mtg5O8+33962y3WD08/Umcd333srNOOgpFRn0czm6rNsxbxOvMPtdPxwWXt+PlvG3pILe+/5zpfq+yT1kmpcaUVbhyXd90+rKPPj30drWunM2Bn53hrbt8yuGdP9shefn0rzM6qv01LtOPxEnXW7Y7S8zWMr3zOjsK0sc54ZSdtcQMNdbZxaGz5OEHryek1vrfksXa7rnHS67nSrA7Q0Xy/em7PD+nNzovpl/PG99qK3aG6PfdJ+6VIdeNoddIubSMvSfrmmur8auMf3wirtckot7N45/j21OnUZL2P8knzal2BI7fL/qGL/2ZueqTNPPlgrllW/NZN8Zrb7XBYVTbbvIe+3ZmZPi8k1NYZ160bfFEWz+X23REuXz+lmt72DTj5oWa3rkg3qjrtnpJ5bqEBRtExJzFpnvv8gE/MdwWdrrmnlZVw34mvraTZhwSbZNlaN0+nsYq35US70sSnrMIz144Ao46WstbMsAaFF/ohyfEOVo0jCOSh/vrpnN7TiUUz7pDVLl5dtYNPPtOXmcy8Epi0zpMwC5J4LJJQNsvIQsC7uqG/HuH73WwGDSQA2byCYikBQp6KpRICwzvwdz7QqV8lWb6bpjM0AESHHaRpwhNhg5BkRZhMaQcuD3MI4FNGoSTIkphhGI8C/AQI7gVEnsj7p3ClSVhek2LGDxvv2mtvASkXTqKFPHwwaDQaD2rdHo+1bt2tiYqd27wN9e+EXyduOOEb3fuKTdI8Tr6cdS/9Db3rxefqrJ52tc889V496xBP1lGe9VB+6aLmG17u5HvqEJ+n3bnh9bZubl3ZtaT/DlmjJsm1Cwrm7uW1Bt5GfrZ14x9jPz1/wWb19rjWmj5hs+6Rlkwfp1DveVje5tPvc3Jn9QmupJfS+a9bO6w3POk/Ztz/rmXrGs56tZz3jsfrr139b2uKeYGtrvlP+fE5Y4++gVtyilGdureDXQIsOPEobPv1CnXv2o+jZ6c3p0R/7+Cfqe5v8U6to/XeepMc/tsoffc6jdPa5z9UX/MvjvIcs1fLth+i0u5ym6yxfpqXee/X02PnWLOS7V3+63bYt1DRnF2yX8HNxr+Otbm2XLNlWv/3mdozZb5RvGTXOnuuWkd+4vNDbbkz/pUtX6Pg7nKUTj5hpf44v0c5de20+7mqaD5/ZHcvTf8nyGZ1w5lk66Rrd+2Ny7Pxj76WJFWm/bMMBOvmOt9I1s35LtGRiPr9DHTbBve5W5OS9jJ+5t6DXvdHc8lrbJeu12x+6aciyttr5dR//w0179+L+Ub+zfT/adv3o5zsx6KG63su6rVO/qJLS7ksW9rPt5cMqgta5oN+cZ1+6fFYn3PZ0Hbuzfa+s3zVWK3z+O2cf61cW9lnI75KJXWN1LRrOdd87y3Stk26j296OuxM1tu+K8bsmacxsXZX5Wnf5sBarhbl7pn2duZwc5Ng3m9eyttfcxnvJn7Vp3fZSjrkpBePLQu5LOvGqBdmQ91wnFp8vm9rcHWtzqyg8zJtYvuBj3d7g+0drfjmoaPd0exb65mvf/Nb0zdfS0vYsm/+bffOS1Rt0//v9gf7wjrfUfis+r5c99zG6/R/8iR74sHP1GD5nHv3ox+ixf/E8ferHa9Xst4ifR+JoM9rQnm35tY/VmXe9jQ7qznTJTs2P1WFXa+czdj34dU+9tW5/0sI9ZXr8+4UTz++arK8t55s/5pa64+mHall7h14/M/a9OBYbt7E5Uf2t39iKZ1YuyLbPjL3vrF+/oGt/1zIx9n9VbZ62zeXBwuuY99Ay/ruOJZodu8CX+U0Leyzp3g2XF7OX/W+sQPaPex38asfWJjf44V+AhfThuDCMPmIl/2Y+JAULU+2wRRH+8P4MMez1nUpcoqUCI0//phwfk12ogDdgCUVE7B3VfAVzfJARvPLFTEJEOFQCbvgr08XUUwW95cLFxzB2jLAQmZEDRdl7D41GIYaIHLaXqI0chrPBtDKodjqOdzA4N3iQG+Jheon8CtEKhGogPlALP6hRKAJjVP4p7hzhMKqrZGwQfrwFbWfWkAdB4CQdAxPPCCsxBzVcQiLIx7ZAmjomskSEtA9RjOr5UhcyUhPIgzQDslGTvK2BYA+xCIxxNAQDo0EiRYRCSpBHKpB4pg5iQYtFKCLUBPsAcPDQxPU5BoOGS9RAixYtUhkOtX79ek1OTmITuqrH/Jp12u+8v9bvHdNoet1S/fv5D9BLP/RTxbHH6fjjj9dxB23Wx/7pL/W2f/u8VkxKR575B7rnMWdp7Woa3ts9Uu+6eKvKxM/0xuffU0u6hyB++HHzx+tD31qnMn+J3v8X95R4CLKDhx93O++f9aOtvN94Dw15XUsLQ7+vdm/Sf/7ri3XiEh6C+OHHhhk9+JUf17Lt8yo//rIufP9nNY39jmVf0kvOoInchFwT/PC7h973gw28DWf1qaes0hc+/Gl95IPv03sveKc+sejv9F8bplR2z+qrr25/qN7plbrokh0qu36klx6yv5a0P5ilS4j1f/Xl1dtVyiq9wT/k/xsvkB+CHE/NKthxP94Tfo1Di8yOdNT1qMW65JJL9Jdv+rLWTe5W+c6n9cELv8q+M9q+5At6zq0u0dJLJjTvX/g/6QJdvH5WZcOXdewN9lN9COKG4Cy98Ys/11SZ03dfezty53xHP0Bv++pqleGl+uRLH6HrLNnSXnD98OO+etvn+SV/2aIv/sV9VHy+W9xLb/j2ZpXJ5Xr3P96fGJd9COIG6+WfW665skufezKvux+C0GzuXLNME7d9tj72gzUqZas+9e4L9YVvT2lucp2+9K4X6OQD1mjbHg9sXIQWylA7VyzTkXf7W/3bxVuIvVKf/dBH9eWdRVOrvqs3Png1TTTn386Z/vgC/WzbLpVl79faP361vutaLP2KLvzw19l3Xuu/816dzgV0DQ2qo5e5KV1CM37r575Hy+235ou68AOf0TLy37n6v/TGJ5+plUtXs6fkRvrcN/+b1vAL5g1f+1udcL1lmuU3m7u48C+/0RP1wW9dql2laM1nnkMjvFV/8vQPaiXN19r/er/OPXGJ/BCkzE9p6exJ+rv3fkvbsd38vbfrYbfhF83TzmYvcM3f/F3yntX3PvAcnfe2r2vD1FDf/reP6GNfLhrObtZ/vO4h5L9U0+zDG1fbuSxecuvn6EurZjQ/XKFPve8jumhz0fzUen3mlfeXHwL5gYF/qX7ev35NG6cL8S8Lm79zvv70+CWa/n//wZl28bDz7fo98uHbmg/COS2hKf7bz1yK76wu+fq/6uHotvBzYNdmcjn0T/WOr63Dr+iij39Un/1x0e6tK3Thc2/C67REJz3xNfr2Ot7HnN/f00M+5+bn5zX093Ur2/Xzj+oORy7XbV77Pe2e36b//MA/6pnv+Jo2T83rvz76YX34C0PNTazXFy84T0fSlO/kdSAxTW9Yqhv/2T/oCz/fqiHfl5/9wIf0hZWcb8dKXfjSM9h/I3LJ79OXfXaJZtnvh+9cDj/fFn8p9N/r6xsmNRwu0Ws41xI0fvjxvI98Rzuo88pPnIFNVkJlbj2/8P4jvec7a3iPFK373F+iWwKcpn/+5MWa4L3/w7c/RDPbtghXDaeWaOn1n6iPfO/StF/+0ZOwvbwXX3kRXbr9SP2f131KK7fPact/flYf/NCX2XNKP/3sG3XPHct0KfXI783XfE1zbDC56Rt6yfU5w2T+IFIOLu6XbL2Bnvymr2sb51399Xfr4cfxnttVtGvrUum4P9Sb//2H2s73xPc//VG97xM/4a20XT//4vn6E36Jnxeme5yvn2ya4vWmlsQY5ms2pEbDkWx2/Wd1/yVFf3X+V7SpTOi/Xv03eubrLtJ2XpsffvwD+vevrNBw51p99a3P0M2bpZqcntSSg87Qyz6xVMOyCfmzdcySVfmgY47vqXKHJ+qj/plRtuk//+WvdR1eiwtX1P27980w3zcLOcxs/Jnefd4SarpZy5YfoCe+/fv5vbH287xnPvUdlfld2vCN9+nRN91PS3kKVLJA40vh4cdO3fkR79Jy8t7w/Y/raacu4Xu+2kzyy4S7/tWr9OMdRdt//EE9+a5L+EwumtmyWoff+fn65MWbeV0v1ecu/IA+dTG5TqzVF1//UK32Q5jLblaD9iufHFJDXxQR7ftpoShUkd50rHjZ4IWErUBqR4Ep0AksvE2VgZF10+8bQ8erOIBBeCtHJBXQBQogEFnJeVQw59CV84oS+1BEgOvETeacriWFpaC33PYpR2j/sNA04MhR9t4D53YWYojIgS2T2thDdUHAhOmm43gHQ2ajAvKn3bA18d62ImSN0X4Oiw0iMHZAZNXOTsiM0qHSUeiLbWfW4PMIgWlD2ksRlSnghp43gp1tC0QJ+asgg5CRGERhZZZgAVAwxRY+IycAABAASURBVBtGwVeDvPbTgd7WnBWyoCuWYBzsJbB5RJChgDCA6rktaYoiQv4Sq0YDCXLvE23f7vwNg0GoaQZaPBhk3+6fZes3bNDU1JQiQlf12L1rFb+0vp/udfsbSZOr9PVPnq8/f8XHtG6/42rfftz+WvrBl+mB7/iMfrRmWnH0HfWE+99AW1byc/G4h+vdX79UZX61Pvr/Hqhrjh6CbOMz9oF6F5/pu8pmff5Rd9cWPwThc3vJn/29PvPzbfl9POR94++3BH5mFPrPS758ge571JLs9yY2zerWT3qdvkGPPdx4sf7t/RfqK/xcmt/wI737727Jz+st/GyoP69ffdEG6KJvvG61vvLxL+jjH36f3vvOt+nDX/4zfebSWX4uTup7730AeS0B/kDv+e5afubu0uf+cpmWrBmOXgb/7P+Xb2zScDivr7/WtiPVryT8EKT27Mdn7eywqPFrHGoWiVHlaXPskdq44hKd/ry363trZzS/9Tv6+Hs/ru/zXvcD9nf8n4O0bOkGzQxXk+/T9Omf01uXtXoH/emS9iGIH3786dsvolZF2y96KXbO9+b6h/d/U1vLvH76gafrxs1q8btj9pZW8zPyGe+7SFvmitZ89s/oQ7G/4Z/ozV9cqTJcq0+/6rE6dMnGyzwE8cOPh37oJ9pNbt98Iz5uergNTNPPLb/O/fR27md+oPCFD3xQn/3GOs3PbtU3P/AynXrtS+lr/WmS2++50LdPrVuh69/5Gbrwm6v5ObxOn//wB/XpnxbtWvNdve35J3P+TZobbuVc99MnVk5p9+wP9C/XO1cf+T4/Ryd/ok+9/xP6MTlNr/oP/f2tl2spDwKKd+F9tJ0HYpdwJ/iPS6a1mzvMv9Prfu3Sountq/W5Vz9UK7q+0A8/nvpO/XjjLpX1X9BifkE6t3tI/7yV3u1YvfQTP9AEP+vnln5EJ1C/uz7j1fqJf77/6AN64l2WaL1bveEMDwBvqOe87ctan7b/pvvf7mBd3kMQP/zY9JwvaYa8h/meL8r3P/wIz2zWf37wWZx7FbBEr//Wdg3nNuiDz7yN3vTlFZqcX6vPX/hRfWlT0XDzz/Xmh6ykVjt5P3P47uy//7f6lWenX1nyV+/UT9ZP7ZkD7/356W265D8/oKfc/gZav2M29XNTm7SsnK4XX/hNzj2vH336I7rwQ19XmZ/VJd/8qM677ZyWbp3RsEh++HHag56hb3O/KLzWe9zRfdapDfrKu5/C+daStLSb+9n09e+q1//7T7WD7/GLHftzq9h3Wku/+GrddW6ZVu3crbKD99+93qYlvo9t/5oeyWuyKSN4QbfkVfrBzG7N7viWXoZuySpkz36flm2dU1n7aS2j13IufCDoEu4p93/HN7WdO9v8lq/oEdhv4m63eemkbvfXb9I3VmzRNLrifA28Xvad/dmHdecTD9DO2ct7b/P+3UbPepO76o2f+oHcN//gMx/T+z7xI+q0Q0u+dIH+lL45H3L+0Zv0o42TnLEk+P0wz/e2cbfn3MbP63G7b6/b3OoMHXPASn30Axfp2vd4qbZNzuAz1OTGS3TR+16mB9/hutrub/Qi3isTWnrpTfSwf/yofrhxSvM/+JI+/J6P6GI+EzYv+7pe/7QztJXPllnuBLs486H/cJHmyqQu/tgr9eQ3fpHXdre+928f0wc+vU67pzbra+/+Gx3N94u/D1zl+Um+r69xrF7+wW9p88y8Vn35k3r/R79NPlNa860P6KEHL9dSnkgMib3kxR/Xup1DleUflD9b7a/2dy3v/+EG3isz+tQ5vEZLVmrJrf9Gn/7RJpXdS3TBvU7TitFDkPX4/rk++SPbr9P7rncN+CW65/PfqJ9NFG29+F06+7ZLxJY1/Gh13Jfr2xNz2rX+s3qI81l9F73hcz/WTl7PzV9+uXYs567B9+yQn4NLlz9I7//2KmpRtPyjj2KPzaNIPdFXoLk6l4DPhbwMDHnjG+QGvD2QP2ySxWhvuvJRzVt9SWNEFgMCCh/yhdiGNiwfCDjApD26dEuMBDyPj1sv/8Cw35BABRBNe0FXsFHJAHUzSM8UI7e+66FhrfK9BCiynDCcGbpqRivptmELcQ3Cx1Dzcj4kL4+ISJ33ct0cM4OjxJMPMAGmEDBNGSCZLUXCRCZkrlIwASdhC5OWieF9LM++ESGu+PEBah2GtrfeQGpIPVFgqwTVYaWd4awFKSIUNXB7JudujZRv7oi0qRKv8AKiESopVEfLBAKTEUlVXbtGi4WuIzscxJNCViVIaiCiadQM2AuskKKRBvAN/GCwSE0z0OL999OuuTmas+XyP4EVEdoXxppZ6TH3OV3XpH3evPrb+twbpcOOv7bqBUCKwTV0/BHSBZ/7gZav3ipd42jd4VaHiD5aHj6bBgOFj8MPJMuqMuS6iLM3wevl5tR/uCZCzSJJszu1Ze1arbt0HbBeWyeGcpwGY7/bti27RL//fz+kVz31Xjpmvx1a87Mf6tvf+4kuWbdD1zrmzjrv/K/qOScs10p+wUc0NU2jUCPcpQOvretca0Y7Dn2g3v1Pj9bp1z9AGIitVUfANvJ+QeOi0ZiDCgU5S40C7kqZu3dq6fQp+ucvbdDLH3snXV87tHbJj/WDH/xMazft0jWP+z296CPL9Y7HH6rlO8kgOBfn06BRNlmI5G8kcCAfaKAmCpxnqEGmGCg4wDA/ScSoeusGtkeSbSDi8HkHTdoLe1SXmUHMgf2IyW9lNb16Wsc/6R266G0v0J/c4mBt37RWS77/Lf1gyVpNlIN154c9X2/7l3/QaYOdmqJh2zvgzMZluvljX6u3vfV5usfJB2py3Qpd/N0facmqzYob3VKPe80afeS5x2v5Rns2aoKNr3WSfva2J+v4wSb96NsX6eIfrdSmiXkddqsH60PLLtT9Vi3Tll3TWjp1jF7w4Z/owhc+RDc5YEYbL/m5fvi9H2olt55FR56hx/3j2/Spl9yLRnp7/dtGxOYtrEET+Zk1s329dp74ZL33n87TfW59hNZ9/hW692OfL+l6CjXYCWjkl2A3n/cTa9foYY9+jM7+s1vrIKnWH5yfx+DLTPaT9tPRZ56r5z70Vmo2/FTf+8a3tWTlRk0PDtbtn/DP+sGFz9R1aPJ2LF2jI578r7r0ky/SnY/Yra1rl+tH3/2ufrx0rbYND9EfPPUtWvrhJ2jTsg2aZqOIRoNFUpnYqLX5veXvr3XasG6z1m/YoWmM5m3DazloOAM+Qw4ysfQSnfbXn9Mz/uBIJKGm1c3NLtXK6/+FPvrFt+kRZx2qmY2r9ZOLf6Cfst/UtY7WfV74RX3578/Uxo2btGntpdq4dr3WrV6jzTyEaajnrh0btHb1Oq1ft0mryWFnvp9D0VxDN7vLg3XeA87QPOf/1kUX6ecrt2vugMN0l3Oeo9d98EU6ceVSfuG0XNtv9Ty9gV+W/97xB2jL6p/p+9/+vn52yUbtPODGus/T36l/f95xWrZsVjkazg8xCJbR5E0O3QwGimh4BWGY+XFk+0a8nrYBhtM8eDxKT3/vX+meJx2RDy45BtaeRZH+A+EmX7gL38vLpn5PL3/eo3TXWxzZ2vNZRk3tMQ5lflo74iT9w1verpc+4Y905OJJrf35xfrmD5Zo/c7QTX//cXrlVz6sx954uTbYkY29zzUPvpUe9NJ/0K3XLtW0Q6PbtXOlTv6De+r+97mdriPnFQrkO7et0AG3f7oueMe7dO7dT9L+M5t0yQ+/p+//dKW2Te2n4+/yGP3Lx76kv38AxhPbdOm69Vrv12zNBm3lwuP9prdv03q/Zms3gTdpu/ZXE6HgdIfd51n6u0eeqsLrcBHv2Z9cskGz+x+uOzzqBXrV3z1H19m1ViLHIFCooU4haU4++8a4m/787Cfy/X5dZCHH5K2qzWs38t5Zz/tmrTZtm9I8vprcIv9sWI/O751t2yUdcW+963sX6VVnn6L5ic1a8dMf6Lvf+7HWcoO63pkP1Gs+8l6dd6OVWjVLApiPzzLvV5t8BuK1blJliYligvN520FTdTu3XKqD7/BX+sfXvkD3PPk68i99Lv7Wd/N7dCfnvcu5L9HnX/8grVq6w8d1mB7GKlCgDe49DeI9iihn1ytatDdd+ajmBDBfbIine1gDb8T8nE5d2yuiRoYDRNqbTGDBxrZd3w6btkMCFUAELXyOl1RkAPYnB0gMPVvAuhNbB/jHbuDH20dDdP4sRcyEaVdTBdp5dXt0fubz54QNsImItsctyrpFCllIidW2KYf2tJvBdLWAIp8ivlrsIxIWNTLUDmkZZMqMU48QF85aT+HzZGwvQLVJaxZHMUB6Wmln6E4aEYr67dSeSZwJA2aKI8SWWhgBC9hpXGe6amQyAhvFghvUiEMHO5qBXci7QYVkNUj+7PHPuGbQKPw9j7BpQk3TaDAYgBeBG+13jf01PTOjZStWaDf9e0RoXxhza6SD73EP8fs8bV+/St//wgXS4cfrgEU1v4hFOvD4G0iv/bS+u3wdfc4BOuluZ7Wph6IZiEMqkBR+QQhiDoFA3Lg7SN0u925+08E12VhMa8uG9fnZ7M/nzVt2SvxcGFA73nLatn65TnrQ/9Ur//4JOvNGi7Tpkh/ru9/6gdzX7Tr05nrIeefrg399Iy27dBd+Io+GyJLdpQN1nWsv0rZdZ+pFn3uO/uDI/WxAPhqN4PVxdo0l/tw2bsG6iEY1Viu8IhE/KDYum9bD3/JNfexvz9aph+7WllX0Ixf/WCvWbJGuc5we8U/f0EVvfoiutWyGnUPNwJkOFFoYrjIH5/0lDcaSDc42UINMKsOFw5kK6wa27+IEIRopBooISj+vvUdK8MNKdZuiXRs266B7v0bf/uIbdPatD9bOTZfq5xd/Sxf/eBW/FL2mTr//0/XBd79WJ61ey8MNvun3CFr4BfWlOu7hL9YbXvdi3ef0wzXctEoXf/P7Wrp6s3bf4JZ65HPepc++5h6aXbZZHg0bD/Y7THf/+Kt172OGWvmD7+mi7/5U6zfv1P43ur2e+d4f6Y33Xqml/GJ859Jp3eoln9KW9zxPtz9K2rGOXvcHF9MXbtTc/jfU3Z78Bv38Q3+tQ1Ys1ey0o4cGA07XNPRiu7V7ZqvWzN1a//CRV+uJ97yF9lv1SZ193J/pC5IG1KgZSA35wPLQYaidmzfpj5/xaD3gXnfSYegidWX0GWW7EcxJO6PRAMH8zCR90drR98A6arWBX+hq0YA6BxZ+xUBNo1h0LZ35uHfpnDOvq83cYb/57Z9q5brtmj/4eJ37L+v10WcfoeX84n7CZ/8Hzv7uX+Ps+dYKNf5+nN+5kAf92pbpxbrhbe6vl7327/WoY/bXqq28L2/2KP3rB9+kv+aef535rVr902/pm99eojU8XDjy9Hvr715/oV750GO1ZfOshn7fcYSBD7prStvWLZyTl0x5xgYD7VbZtVUrrnVfveUj79Pj7368Fk1u0PIfXaxN0NJUAAAQAElEQVTv/mi5Nm7ZrWPu8mS9/Wuf19OOXaGlpCEFrxeBm0Ye+f40kRCcZ6ABL5Kj0zJKatTAI4T2LJpcfolOeerb9Axe34P2x6JprNA2+rAHv+49euPzH6szj9xfM9vWtXVZy3ttIsMNmkb+edv+mEq/btk9tUqD05+iC971Xj3uj26ha9A3r2z75q07F+m4O5+jf/n4V/QPDxxIE9uyb17nvvnSDdo6MU+e0vSObbwv1tFPb9L6VZu09aTjdMNjb6CydaA7nfvnevw9TsIIm830jAceqds+8Ol67Wsv0F+efoC2bd+uyQNO08ve/0a98mn31knXkbbSY3/rmz/Wqg2TutZNbqfHP//1et9rHqXrTq7n81z0G0FF99NNbns/PfvsO2rAg83vfOMi/WT5Fs0uPlhnPfTZeuMnX65T+X6Znt2u5RN31Tvp/c+736117bmtWv2TH/B9z2u1dajDb31//ctnvq3X3OcgLXNRotFgEBI1M1shP7kUvCahAXuLwTcG/VN9nSwrfG91nxu70TuE5QM18/UVjwhiSwPeRyHO0ZlDL8zQYDDQoGnkce3rvUePf+n79a2l23Twnc7Tf7z5/lrLuZZtu71e/KEn6I9udSPNfPt8Pejhr9eRN7meXX4J9Kr/TRWo76Cr6YmL/MU3Cfn7+8QA2UpNVbBVp7NkT7rlQLaz3tB9ECI2uwf4g9LfnBbax9/61c6c+CC1BmzkQFXZfihY2EFV1NWyPSlzdrcm90PAzMB7YBsAQ4RMzg/TTQuShmDauWaZwrpY3m6Ul68qtWlHjbDzGIeFQxHEClu2JChzCT4E0y71udQa2QD7FiltWAIQw3UGKQKJASYiWJnkm29e8wnCzhAVixFSgy4ikFUoCjWGkCJYxDACzIIklmCJCP06I/fAsACedqsQahwCJiCaaPjQHgChwQCaD/H9efgxz4f/jokd2rGDH36cS/vI4MeXbnb965LNnKY2r9K/Qh0E7DGvieRjm7VtxxTPPQ7QISdeQzkoBpP3UKmvdQrbxWesytQl2aoolSaWfkJ/89AjdcSNjgAO14s+tQRtk7EgNMFy29NvpO0rfqh/e+Nf6IY3O1mn3+rmuskRT9Tn1sxp0SGn6Y/PPU1zq3Ziyf6snt5Wu6e1dOXJ+vOXPVX3vMWBmp1FM56AaQPv3AVPbHKmYi8q2StooYlbsU73ev7/0+PufH3t3vwj/euL7qkjTzhJp5xyMx154mN0/hcv0fz+N9F9z3ulHu9du5T4Jc3uPKCFhk5hugX0TBh0TIg9pkX1zKasMgZwGg79btis1Wsu1eaJWRoZ6yvYJwFT7dqoS097qM57+O/rhOvO6uILX6LrXv9InXDLM3TKCUfqDuedr2+tntERd72/HnHn47Rmx1wNMlp3afWOY3X2087lAj+lH3361TrniGN06mm30AlHHaqXfnyJZuPaOvVPnqBH2ofcNKR5OuwkXeubr9c5J95Qtzj9LJ16i6N1/P99p36+rfBc7u564iturS0rL9Vd//LpetTdbqr959brM689W4fd5KY6+VYn6+jD769Xfvi72jp/Pf3Bk56npx+9UdOOD3gLg/v/TYf8sV74zCfoXmccoc3ffr9e/s/n6/s7bqRD85cLhXcNb9NcpbmpZdpwylN09mPvo6OvsUtz+YPCRSLoL5reCN2Bh15D333j03TUTW6uW93udJ1w9GF6/gd/ql26ho464376P/eXNuz3ZL3qGffWkWVCXzv/yTrhhsfqFqedppOOP1JHP+ft8r9aduzdn65/upe/YwhKXnwEaf1FT9KR+b11BN9fR+gGRxyqk/7or/TJi6RrR82vnkS8B5dq/T2frzecdzcdwM2ytq2OJU2sOkbPfOOzdSYN+epvvkNPO+zGuvmpp+jE426gv3zrRdo+Ezr5Ac/Tbd/yAt39tKN12JGH64gb31Av/sZWijSjH3yEPG58hA4/4vo69k6P1pd/KA3Icaj9de1rFF389vN0+k1O0hlnnaWbHn1dvfjC72qnDtJJp91F93oM7501Qx34+3fQ9Scu0Tf//XweDtxMtzz9lrrZTQ7T0z6+Uorr5PvklLJKOTgakx2S23Np6279SAHDzM8oKqFtyxbpHs94hs652814FeZHZh1hWw6WUzwsWb/+mrrvU5+oP73TCbpmuax952c8yy/Vb/nHZ+thf3IzNZv8ff8oHXnTU3WbU07Q4Q9/mb66elYHHXlL/dHDzqZGeLBZphz76cjT76dnPucuupRfwAy5fK7cIN3/nMfpjEOxa6dtd+2Y14Oe/Az93lGhzT/5jF7xpJN1k5NvpVueeLSu96C/0xeXT+vAY87UfR//Bv3Zx87T7598jA73a3bDO+hVn1tOpK36zof+QYf7NTvy+jrq9IfofbqBGj575gvvy8Mm9R/veLaue5Ob6azbna6b3+RBesmF39SW3fvr5Hv8sX7/qJtQxmFbT8L5DKDtyy/V7z/+iXro3Y/X4rn6yy8bXU+L9NizDtP1ncONj9TzPvgfxJI2fusF8s+Gw488TEefcns96Z+P0FNe8Re698kHa2bJp/SU0w7VMSeeotNudZKOPOwvdMHXVmh4nVvrKS94tHat2saOl52lfVdkz0Fee1jAM0mJlanZGV3/mDN0WKzSdz73Lj3thGN06hmn5ffoo9/xY2nRQTr+dg/Q47RBO/YI1DOugEtoGMIYF3otSF6BYjQCvybjkj3plgMxF3xapkUjuQm/tmEidyrq9lfyKHBiwpmGYkK12ZnqoCrqatmelDl/v1mT+1lgpsOmx6Dr28dETqllccpghbygW6lRFVdZgHKvVHjZE6wbh4VDjTmaxA3EXhCtkXsytXTdUzlsl4QDow8g+TSSIpAYpKTlga4xRo5QCmZCKEVS4gYmwrIKRaEGQCT/DJNHsAANwFSwhPgygeqXzQjbCWuNBiJVqDozQXD37Q2/bBkMQg38YDCQ+/bdu3fLffvExITGHzzpKh5+Xy8+9mA+PYeamtiodRfyc/3AvZOy4INav21Sc0W63g1u2RrAtK++BeaMK/AeRMCaLGRiv1lLNNKOn+rvnnq3/Gz25/PTX/clrcUiAM/d9NrXveWpuvaWJfrqh1+th/Gz/bQzTtEJ9HWv+Oo2xQGH6NQ/eoxuPsPPbju0G1Q0p9XLr6uHvPxvde4dDtP0dP15ytvJlmPQZTcmgqwxxgnoK3CWnSu0/b4v1t+efbqamXX68jteoDOPoh859SQdc8Nb6q/e8Q1N6dq69f2fquc+1huTEVN8CiWyaAx8Ln9ejUQIbAcaiRYIzoxyZI8RLGrkPNyf0E6tWLtGG7dPaY8/04XFwtyhlQfcV3/zpD/VqYeGLvnsa3TWYTfSTU89Q6eedJQOe/w/6qvLJnTgqQ/Ss54wo0s3+1224F3owTfzy9wHPPJx9B27tOQr79S5ZxylU29zSx1/40P1/Pd+X9uba+tmt3+QHnlG9Sv0DdL1df3ma3rRo47WcafcSmeddqIOP+GF+syqKTUHHau7PfolOmnTSq27x3l60Tl31vUGM7r4w/+oux9Jr3vKqbopffHjXvtvWj0hHX/fp+vlf3WsVrWpUQY2KhrObtPE8Bg9+UXP1iN+/xQtWvsNveZvX6FPXOcGuv4i5c/1aos5c4Zf1g+Pf5Qe/fD76BaHDLW7vtUwRPlLZvBarv/h+/UwehW//xOgH/Ef6yQ+N/YIkGe/pg47cI3e8oyzdNTNT9ZtTj9RRx/xcL3n+9ukxYfojPs9XQ/WWq3/I87+qDv/grN/6rJn58Uv/n7c/I3R9+IRN+Ssp7xIX/zpVunw2+hPb3iYdm05Rg95yAN0d+4y23/4b3rxIw/XjU88gzxO0A3PfLTe/uXliiNO093v+ke63SGrNDXHCYitkKZWf1Wv+PMjR/Gf9o31Ep+PtY5D7Vi5WQ9+2Sv0xzeWVv3Xe/RXt72Bjr3FqTrtFsfqsEMerg/9dFLXOOpMPfAvn6ZDdteilupcmT1WNmWy+5jUAqD12b19ha75+0/R35xzdx117YH8kqGtn2SHPkK/d8rNdOj+0/rOW5+l6x1+RJv3kbrXP31YKyh3vjzVemwPk0WXrtmlBz/lWbrb0Y02//RzeuWTb6mjT75V9s0H3/f5+jx997Vuchvd9wlv0H0/8Qz94SnH6ogjD2ePU/WyzywnyDZ978Mv17Ft33yjWz9I/3naDXTIdQ7UAYffUIfMXqoPv/Ahuu6hh+vwQ6+rx7zkX/W9NVM6+NR76mEPvr+O3LRRZ/zxI/TQe91c+29frn97w3nEupnOuM1JOuoGd9WrPvEj7bjGDXWnez1ED/vTE8QrUd/TWqRrHbiflr7v2boLn0W3vt1Zuvmxh+i57/2mJnRNnXDK7+m+Tz5Bl67aqPu99hX605sONHHJ1/WmZ95RN775KXzf81qd/hf66A+2a9Fhp+q+T3qBHs5pRrOt/YhPorAaQDlNA5dr61cUneve6pNjKXx/+Cqwfc1qreXB7NSueVtlRC9ljBsceJwO//fn6YXv+aIuoeG+xcNfqrc87ja6+9OeoAfc7VRdc+O3dP7r3qfli66nAxY1du+hr0BW4Hfg3cC3At88rBwo/B1VoXJSWBZ8ICDmG0sMJPyowgM/2Dqt4wdn8Z94SbkFVeXVPhmqFRuNg23M266jCcemcBkP3M7S3lbIoOYx9s3sGENyKHkrMtc6YcOvDojXyYyJ4NiVFKfEyvY1C4vlpM0CWItOnVpYU4QICAUxChAknOYh5BUyIDrjIoYXQ2sRYB8HjWyjDACZNkgDOt9lJuD5YIOSRenn2IhloRf7w5s1GWEKQTsj4PFxeCh7VI0ZuIggNgAfEYq4LEhRJz/1GvQNzUIAjZBLuWat8kCVj0AHsKJnd2gBvhhFIAUiD9TZE60JhSHAgG0TuED5ErUY7H/6anJySlu2bJUfhPh10D40DljEWZ1P03i9LITl89rN62rLA65tfswM+a5pmi5tkP+65JJVk9KKSe3x/xiMmZuMwX66zhHSAYfeWM0Jd9a19xtYPIIjjrqxPvSiR+ne97mH/vgp7xzJpXfr3386IQ1C17rOmcingb3mzFB/8pTH67H3uo0Wb75I/3nJlBQajRFB3jPf58HLyhU1b0hpmguETzmyuoKJGa3VH+rBtz+OX7BKP/vI/9HD/v67Oqb957GOW/wBPeGuL9f3OeI1b3Cy7vFMtp/Yle8b7XdNnTQbmuR7A2md43SVtGvR7pkJfV/btMJ/hXTJJknb5D+1rr2Hj9ss1mE3OlVPe9oz9TQa1kf8wVFav3SJluxoO9c9fCZ1u9+7uY65ES/g0s/q75//gj20/5+9swCwq7j+/+fc91aym0027rqLFyvQ0lIBWiguwd3dAwSJ4VqguLtrjAQJIQmSQAIJwWXj7p5s1t7/e+a+t7sRoP2V/n7w75udM0fnzMy5c+87825289X9Z/D0qK9YWQf+/AAAEABJREFUae343V+LYOE6Pqqmyf48/rJxLuXzpzD81gvp36wrpYpB104F3HnxdTzwwiCGffgtNdvK1KvvwepJvLDfGbxkJcG2tLQrS28/kWve0RE8yqfLb4+X5absu91GFBcZC969j90vGECHktJgX9LubS7r9g9G+59qK9qcA86Seb2aql7JyM/hmlt6c+Rum1Px1WvccWMf7hiwhI7NcutZ1pFrFpVyw5UXsWvnaiZ99iGztfX1GKgz2BCVNlhYNpybz76XnC7x/Lp0LOD+s65mhJZT1KQNG/1hDzjvD2zavAFVkwaw02mP4XdZxuWKO07k0nf1TXiDjvy6244ZccBRsplwMV3Ta/fYOjSWdN26sNFx3Nf3FHZouZQJAz5hCVG92+Ukum3dAqrn8951J/BQYXydSrs257FTr+f+Z1/i1ZFfkfpzRKvO8ToMaJj01kjmNhPXNMS/bnzTCNXM+mY0L551J9M7xNezU3N47unHeG9iNflt29N5091oRANyX7uWI7rtwy57nEV/6sqDgz+nSjNNFjTh13Xif4NaQNu99+f0o/elpME8xn45k4rU97tboZeEG//xUE49fC/aJ6Yw4duZrJa9r3xDvVYuhS677SrbciZ+Opz7rx1A666KWUlX2oy/kxtve4B+Q4bx+eQauqYduK8qvZheUdiF3+1zGif+Ziazpk+BQ+/lpN3aUzn/W+auMvQRRFwOYs8dW8LKWYx+4XwufzpFV91XpaUlFL9+Hbfe048ZNfm067oJvztSPVrqenZpB1tsTGFOQoKIZF5DdgY6hn4dyRGN4uxjLJowhLsev51G7dVP+q6tRnLlPUP4YspiaLoFe2/THMoVBOoXHZY7X8DFZ+1H29XT+PyTaayibo91kB/fGwXq0jgvRxqI9IJh65IkHf3e0Bd90I2dNm5HYTSPwX325GE/c8o+rk9w6qVvM2s1tN/+IH7PIspjxQbblN5yrpwBFTP0fCsrY06FHlGryj1tqrXPbd6JKaPu4NQD92H3vx7HwytqVbx00hcsJCJHcfLdvYpsWTcChu+BFJ7rqI3VsSjQ5q2pTclS8szHmCTUqK/3c5MA0vvFqcuXXRA0ofE+wVVa7Kg+uJHzbufYoSYjzAzsvIPndzL0OYd5aC4udgj9/tm8XX7DF+beSaBVpj3JuTtzcDJAWlujUWWLLINY99w/l7eHTt4tBvVDYA5plVxKZAKZZGRiFX6QXdArH5JIO1sSt9Ea8OJCt/Egi69jDTOTJK5motXHu4rCIWgCYZiZfAsMxKjaeiBFXN02gJ4T+uyXJZmiKIn0UcBAoFa2akVLLhqBmQmZDBwkB0Rh7k8PM3NI2ySiiETkkCSpnD1HkEwkWbFi5c82byc/SShaQxSIdRtfLcrbFTFffoOG6xjUULV6GV+xiPj/QVgk/TIqq8PdIXoD1RIUNS0hatKSRmxDcUGOrim1pUnbjnz2TE8OO3Bv/njQJbxVq4Ge735Ntb6wyy0oZqt68jpyKtudfDrnHrYzTVZ+zttf6gNT16hOn6FSVPvzuGJSOm8vC4o11amA/1PNyrlwwOF/oFNSnxdf9ePsE//OUv988s+vrhU8cMKOPP1VJTlFbdl0t4s0jRVUVHksCyjaQ2y9DwrdJhJsuNZUrmL0pCqmTYo/n6pktu6XgxLpRvY2QcP2m3LoBT247OzzOHGf7Vji/eavCbe0W9TBfNh/OzZq14LE/FFcfVh3Xfs6Lc9dzuXDvmFlqiHb76evQZctr6fUcDWLqKw6gT/9upiqhVP4YGB3npveMeR2XTu3ot9Vfbn3iUG8/f7nLGyZ6ao9mFrFhJcOofcrDSnxWAnaL76Rvf/xPhXk0aTrDnST+R/3+w1dGzeAOW9z4oG9+LKTciPZlpa05fnue3HzB7Nk1YIt9j2VtYo+z6cvqGL/y67lnIP/SNOVE3jqluu44bHRNGtexIbujZrlKzj1su7suVURU7/+hBn6gtxMc13L8YYYI0rk0Rpo5XNTXtXc6ZwNjBL81TB55NWcdue3tWe8zsWDObbnK8wiQeN2v+JPWvzvtPaS4u9b+57c/KGvvTmbr7v2MIYmkKmFYHhZzcJkOWzfhc5bbkpx+RTe6vcQV/b33eR6waQX6f7yUL5ckEPJr0ppu2k7lq7w1wrSqZrOhA2bi2jShSI9a5qs9cVyJfPZj6N/2wHWzGbYxUdz/7eyra0DOfiSQcyNCmhduiMH1spFpKrRd9gsV+5VFkAy1lD9QzeFTKa13JljTz2W3TZpzKRxXzJfL0h9rQ5sU0B+QR4Ri5n6jW5U2Tduq3xRuH1BLht8jEgX1xVUchB7/05XddVsPnzxPC59srI2b2729s3cfOfLTK/Oo22XTfi9bg1C3tweNtuKhrkJuYlI5hWyI+D5bKcWuXTIzaEwLw+Yz/sDHqLv1QPp4Pl+17a8eGUfnnpzLPOq8tjq9zvQfCPosvOfaaeXf999/CZ3nXMvUacSSrXHOjf/mGvvuV/PwxXkd+jM5pv+gU7ymhL42udNGsOLp9zMF+1j+y5tG/LSw3fw1jdV5LZsTafN/eHzN479c1eoWc4nL5/BWffMqd2PHWY+yhGXPcLEqgTN9CzZ+TQ51tkmfAzkN2RjsWsEcU2Bakyv29ZQsXgmLJhJ+FNhZUrIWamXixvukMhrya9+150eF3fn7FOO5jet5oZ+q+q2IHXFaFjaiaG9D+T2AeNZld+VQ3vdy7VH7UGX/Dm8+exDPPbkmzRoUojHpK5flvpvj8AGnsy/oJDo3slsaD+b+M0nkSMdrtL3og4ObuOgb/qD0J+lwS4ItV5nAoqJuA2C2hvGUxWdAYLQ9RkIg0m6oZqS0qHWSdrIxw8HoDTvKNjFhLcCjaBq8uFA+DALlCSxdWb6Pjd10PIMtwimLlD/Gll7DSCZRGpDGDIi1MkrXnxuDk47ZOzlXDbuPdPX55AGc8s0eAcHseGaCHt1UfDrhARW71MnM193E2xEuCzyRrZe1zr0usDBItxE5j49zH8MLDLMXGdiVM0wE0geCUQiDi9motLgfADN0Q+Xvol8XLFBLDMcwPBijl0gMBcEXoTGwGUZEG+CKIpIRIJEkhxBlEiwcuVKFi9erMPUClyv3j+rWl4Vr8xj8f0TU4RUXV/uf67KCQe/YRq0ZZ8Tr2f8J58wYcIEJgiPf+U8diopxr+4cLMMpGQf3MQnb0gPzTrFmM6YWe049rKHeW/0R3z0oWDMR4wd/QEn/0pfqtdo18vXOt3QCQt22pOjj9qHbYoWM/KZu/h6RSXoOrFW0R2VaM9REz5hvCDMW3jcuBPZomkDWaYE/4m6UE53oE2TPOElfPr396F9exLivFrDEqG7GDu1EsspoEXpXvDdMlavqYCiEg7dPZcl+gK0rGw2sExJowdw3blqbTRlh6MuCdfiE78mWtv48Vey21atdARV7NS7rqp/bkt23OMYLrvsYrpf1J2e1z/CO2+/yJW7uq86ywy1RbMiGilM1c1/Td/nJvDpp5/y6Wdp0Fin/r4TUlPQLMp0qcN+rjp+I1pKsnrpJL56Axo3ie2inLY0Wv0q5x59OCeffxvD/fdxfYl+/coXMFHfsxY1doE6E1Ei8okx34mJSBQ1Z0+2p2XjIvKVeH074ivIb0GubGSANShRj8d5f9JSsUlabXSscFxTWmajzU5kwvjPOW2PX5GcNpxH7ryFW15YpES4gLSL2Djd1uj7gi69b+fUv7VnzedDeO71z6hIgE+VHy0pJYtzeU12LdRHSM+GZlQ0/ZyPpy2B3DzyCjuwc9fmNFBorNlOjPtEcc7E2PGE8fTattC7Uli8XcD/WpPCz+Rn9zmFQ37TjoVjn+DWp5coRvVWe1gXWjdIUrPiOyb0g5w2UTxEVExp14+45MQjOfaUS+g3tStFyVj1z7RGFeUrFjNH57E2efF4OQUt+G7+YqbN0gEmr4DiBo3ZiNVM++ADtjjocvqNHF37HPjowzF8cP4OaGb6jKtBl++fGfYHbDzr3oy9jjmO3TcvZPKIV3hNm61GU1PdQL8U5ZIedPbJ/LU0wXfDXuBdvQRwe4k3WLV12aJzS6hczcLpX/EOjWkYydQiCguKGP/QuRx+9Mn0fnIE2gF48b20cuZYXp2wlLbb7si+hx5N+Zrfc8elh9HapvPBkDeYr6m7ndvDn2nTCFavnMM3938JnRrjQ4DRqGUBC2eOYZLC27ComCZtd4blVfyzxeOwTC/xfdMUpg/DUZHWM+Jbpi5eoSvakBYb58CKVD2XNcyhLdc81J0/tjTGDXqMkd+Wa07urZ7ZD5EVutF2b0eLonz1K2D7np8zof7z5tMJfHLnX2icLycNG7G9kD9ihNarNdoojTv9hjOeGc8nup/8uf/JJ+O59YxD6FBA3ceVprf8o6lsskd3nhjxwVr77uMxv6GIlD4uBeuNkBWECPgWcBATckTRqooaiptAcg+2wqydKcYJGXhuKEQmPcAZqeNIx63Y4MC7OK1Lij+/XejmGfC+GRu3qw/uySEevE6jo4Sm5R7qZMHO2VqxCFXTAA6kbz6JJEkJIDOuzw0V04LcNm2KrzPoQidvfPYyVG/nHJxzRxlf3sfB5a53cNptUOO8g3vyOQfIdEbFlQ4iLY1FakT1cN5BAovqOsXzNXlP2xi4LPIGl2mUzKTE11aLgp3M47xd9qpYZJK7zjGiHQskjwRmkmHxj5hIYGbUFs1xvbxdajdxyNiZ1QlFSazWaxSBdGYmJIgMz8lN8iiRICFIpvP2+OXHIlatWhVs+LmV8vSzW/FXWL53dinpg7J8RUChCbJm7HhCr7VzxHG92HXzliS0K9byKSb4ETbtZSx4Wa9JWQ3zRi1nx6Ov4e136j03P/iQcYdsKr/V2vup9T+v/WbY6GiOO+YAftu6gg+ev4t3l2p9643jfZNsfe445UOf4M9vh/HjPqbbxg3DfDTFgH/qZo4c/qFtU7X6jv6LW/iMDjRNBBaiRjQXOWz8FNAX5I2adebXfMvSVRWKZBFbKk9i7qTwwsZPABXxA0s91q4+97Z/PF3r+oQ4b9dn2/hxnPbnTUKu4HpqS418N2Gr3Q/l/Mt7cOFFF3Lp1bfz9rv9ue6IriyrtasjduvQlEb6opiCjen+jvL1+p+jytvv2K0zDQwKG2+uTgsEdTUlj1XsQKsGsHLZHKY+rs/lzrnBIEoWUbPmQy476VCOO+d6Bn8exwnfKKlyFnw3H4obOYeXnE5i//Ep08Tk5RbRZFf4fatiT3tZ+PVrfEQhbXOk9GoFlAjf8f63Wi8U6MtnvTOQRFVfplO8NZ/os/zq43ahZfV3DHroDu5/eCC5+qI5qbXIau3qidtxj3D2/htjk97nxSEfs0J2qmvb/SRcDfPnviRPXajdKsWtaf7+s0xRkpeb24BCfY/+h5bF5OSitQ/Z8Nrf+05rNwpbdqFu7bppGm3GmNFjAnyk8/Fnr57Bb1xQG24AABAASURBVNtU883QV3jh/c/o0LIhbVo0hmQzdjzi6vXyppFn/Y0OjSCvQVNy8ltpDH+mV+OlqrKKipVgSb6n7ES7plLlNGSXf3yynu/Prv0dRbriOQ0KcTNZyrnm3GBTLv14HJn9PWHCeMZ9fAgdc0yfvcFqg83efz2WQ/fcEpvxHk+8+jWr9XiQ+9hW993c+YsopzU7HX0id9/Yi/0325jf7PIbmhbkBLO17524W9wqIeZPtC2G8tXKm+/9AjoVEwWl0bBVEYtnjGKizAqLGtOknTbr0sqg/aEmHk+7avFcvp42ma+jtuS506iAzolJPDVxKguW1GDaDx7jTTq2gIoVzJk6niE0oZni4f6TjVqz/IO5TJ84i6pEI9oWNqUzUI3pp5qKlYuZpa8HWuebpJDQ/TRj6TImTZsN2l+NdLaAP9JeD6tU5Ry+vG0CdGxeux9z2rSlxZSX+XIm5BU0ommX38O3y1hZrQA334JL/wrTy8r07Jov/+WEjw5Ra1UXWhv2uP4Jxn+ivTBhQniGjR93Dju01wbTzorjEffyx19hx99xxGmX0aNHdy66pCe3PfEOrz50BdvVxDbrtzmUdmnCbcf25flxCyjsuB3bd0jx5dDnuPfpp5nasiSO7/ods5L/4ghEv/S1p5RwWe0i4tsobvU8zRAZvWwzpGNXx5CqvQVTSn5d5xDrINxzqdjG9FjJ6OK7PUXkhmmhkw6mxlJGSv5EEvd2I4F8SSAi7S02iN1JisYwM7xk+nmXWCKfUjgv5JYCp5BLOVKNDwGxzFuJHLlBjNW6LwfXOaDxwlhy7MlsjWyCXNirpRnv47xDhk4RU3HrXMrVAUK/wKZiK+24+DclUviniIaN7WKtWsnTkgzlrJk5UoxiqZlhOphgCTDRBn6a0vQJxWVY/COhxULMLIAa1UggXroQs6ADQyXQhpk5I8hU58Fbiwwzw4u3kQgHQz8GZiaISGiOiSiBz9chmUjgv/nhv/Exf958Fi1aVLsufmZl1lL/GjRBfqMW7K65rRasVdesgD8VU9QwnyRVLJ1V78NfcScqpFPJZmyz9dZstdVWbCW8za82pm2xMjrXB2dKpio3obiwIw0LYNXy1axUfp2XE5TrNbOmHcGAgXdy6sG7s9OO27LFpl3p1LEznTt3pVWhOsVbZJ1+KaoNTjzhDPbdvohJHw7kgR6vUGV+xdY1TUlQRNettmYbwVZbad7C225bSvMGCelcL/STV49dPrkJn9Nqln+lAfIEtVULEL1UByciIyevDQx9k/FTFlBFMbv2Gcb0iZOY9N0kpk59giN+05Hc+KlAXfG7PI9WXTcJ12Lr9Nq22WZTOrRQ8GW43upqVrNo7gymTJ7CFPlfWbQx2+2yN4effiVHy96/GBKqrXnJiEhLSOQV07pVe9q1aU/71mlo25GWeSmWLFzG7Hm+XhnW9hSxRtA0B11Fqv3vzIrVTlEb1yinESUlJYJWNHCjWIxuNBKsU3QYY0UFStU0n4gC8vB7L2INq2Zolbn1xzYaqvui1coWhXPzmquNq2/T3KalbLXNFjTLTbGmsoJ5H7zN6hZF1PcQW6utqWTeZlfz7Bm70qTqWx7veSgTyvPRJZPyn6y2tmczY00qoe+kFTPpUlEOrXJzfNkkdEDp2DYd39o4d6JTXjkL9MJgvmL9T45aa5aqrqDlSXdy0l6/o+n8D7nrxnOZU6zxai1ENMkhV1sypevkB/dCiWqrEvn4OnX5l15+1PbXGteKgHjW1FBdWS0TI6lg+pU6+7lPuPGsQ/jrn3Zk619tRpeOnejcqQtddTCRoXa/t/8epGr0dcExPTnlgG2omj6GfrdfzOzKiLXmV2+IVLVOr+e8wln7dGXFpBE81qcvi6sTKFT1rNYni3Q9qammsmKxlLmCdNXaG7TwPV+is1eDtcatWTOHxwa+yfRUF3b56970uP8ajt66CfM/eJgHxq1UnNI+AmoQ7qua6lX+SyAEJsghipI6NFZRXqH7IpFDMqcx1P7th7TRjyAzw6L6Rs6U479ZltLdGfmSquv0NRVL+M0NT3LGzu1ZMeExeh7/LmtyfzxOdR5E1QgaJUkmTEQDmrRuS/v6z5s2HejYroiKBYuZM2sBS2WVJ9hg1dJzGrdmo19tw9Zbb4U/97feehs236gL/jJK6tCtYv5U9nj4ZW7sfhR7/vm3bLflJpR00v2mfdepU1PWf+aGbtmmNgImyjC19Wsmvv68rS/3mzijc7nTMaSkcgpSVufNJQ6+NZRY4VaWHs3l8TcpKU8X3Z06hxpoz1ctZaTkLyWJ93UsUkaiVJEvQ8VpQd18DTOTQqZ4T2HpDZNMPtVmbE0yE+81WLqdK4Vd5lBL1hKoVwwuckDjeX/P2R3CmomL+7dgBE6j4mwdHVOxTUo2KVnE1WUxl5JcMt3K5kKti0Cb5A7SqcarEyFpuoczmFnAPjcnIvHmyYFyYqQS6+IAgVZjrhCY4mGxBjMLoAYHM8OL2wReTJBI7v7NnHOQIlQj/EhuJkrgYlOj5eAgEhebGZEeZAnNMdJcTeDYc4dkMon/6au5c+eyZMkSba8UP7fia6qet0LTisgraEyTP8Ny/2JXkrrqgp1p1qiApBa/atHUOpWucYp8WpdsiufrtTnitpvSvnkD2dWtuUJu/tikIU0KJF+1jDWrFyt/Tchm/bpk5gwufb0/fU/txi5//C1bbr5J/HnduQsdmxWGDnWeAxsazy+PPv0E9v9DR+aNe0351GPU6BoF5TqN7/8WG23Ltjpn+PPbYZttf02nJrmy3JB3iX+i2kCfXe5q1fKJQnmCuuoRqVq6mhpMn625dGQIA8ZNx09XXfe9gxlT4rx90uTp3HrA1hQl9Oyo6x4oj0PDthuxpc4i8TXZiq232ZZSvXhJusVayzONtIbF82YxddIUpkyZyrJkG7b5w74cddyZnPMr8D995t0yUJyTJBEZ5BbRtnW79fL2ToXG4gVLmTNvCVAkWLv6nsmRqLpqNSvmQ16YlASqUbJQObvnMG1pmCtBvaqjcT0uJqM25XiqZ5bAZJ+fE+FTW73KD0Vrj23OzltFhbpGWkMT4VD1/CC3efgs79RE12NNpc6n4/hoaSvyteeDTf0mVcUizuLVvofSKjGXN/9xIkMWJkkoJPXNfjrawppYq2ixDd6lohL8eWuKYb7OKWHtK7+GdeIer31leu051K29BnQ+3OG3O7DDjjuw3Q7b8auN2lPYqDnNmzclObeSgkSCfD3PSOTTrFmb9fOmpkXULFvMrDkLWF2uCdGMRg02oUi3akV5BeVKpvI0P01qAzWfXNdFDWjiZ5OQk7UnnAOVk7VtVUT5glnMnbcAZdfp/jWQbMomv96WzP7eaqtt2PbXXWhkfj+stcHr+rAPp595GBsxj5H9buOmKWuIPGBpC8rf4tlBI/hydiUtttmN48+8mH+88DIvv/I6t560J52U6vpWyZivj/PJkdDz5hWzRDgj5NW0eVfrZUB5heaeyNG93QjCb3a59vvBp2eR9JWVVFXqWd3AGfGqyQZ6iapzaKX8epLiLwTC2aC6mgoPumajcMhSNVK/xWuo0Dm3kkT4h7U+vZRUXs0MWVBXTDd+DTV6gQVGUv2b6lnv1yqVWsWKGUCuoLZGVFoVq8qVuGu/5OS1gxcHMXaq5pxoy2HPzGCavhPw7xymTb+TPUt9B6b0CVLrQITPpoAOm/2K2u+B9AzbZtuNaNVorcFkq+pTXLGImdOmhO8cZs5eSctNt2PvbkdwzOlHyUBzUbteTTSjMYMY9NXiWJXQvFcuY+rY5TT0g2oszbbZCNRGYO17o1b8SyFMtzCYGZmSCkl6zPlt579p4TiWQHxrxpK6Xk4ZfugJCbWMawTBl56MQaYxzGTjcoH3EArVvXmCH3yL8Sk47f0zdnKDVAS/oZc3LnHs4HQGNE+RqkqwNaYT6h18Og6893FdLK1xeXowHwvRKYGZiTQZOwipmiQE8HFqwnnQ+6Rk64Cwb4zMMEZcQhxiMrSud5AX8RkrJ00uTMTa1R/4ZpLHhGxcL95RPTD0Izu1kqoNNJIKnNZD2wTxyjUDA9ynLCJ9sphoM8OcJi6KFAnFyMzA5QaqAVBxsZlhnnBZhJnoKJKpCQg8mSK5BJj4SGAmStWvN5Ka+keyMTP1jTAzElFE5gCVn5+nD8okCxcuxP+Dqxr/p6f8/EoHTenJsZ7M59Ko9cb8+Xcwc2m1oiiFV22aJdOr2GvXTencpoUkM/l0rCfHIr1qzayezJO3defPu+7BPnvvwz577MZOx13DkE8XoKC4lbZPDZV6fRIp0/Vks7pSe3INil2sXq+95jT227gJ1XNHc+O+v2WPbodw6BGHsveOLbnvE43vTtbrVENe8VWcf9T2pGZ8Rv8HL2GAbBKC9aquHzVl3H3gfuy6597xvPf+K7/Z5FY+mLNS5pEgU1NUrlnF0iVLWLGmOiP8H2JPHqawQMkMNKfDWXIzWftbKNRURUCbti5UElOpl0QPi3+XPhdfxX3DvqOquBXtu3ahS2kXHShzWb16JVWyWLtGmBLFYXf3odsuu7O3X5O9/8affnMJL743jWoi/dTrYQYVi/ngtQfYrdvRnHDcYVzY4+98s6oBHUs3Z7vjYN2/LuAvzZS/sXLy6/Q6ey/2ObAbBx1yUAwHH8B+++3DXnvvzZm3TaZjl7x6g4lU/si45Si90jmsBV0kml8bghTlyyYycaLDJFbG4ZCFqvais+W1ttpWqyRv14ikULUSvjlMY/HKVVRQTKvfSbpstZ6vxEWHn2Witm7tE9AXBnNvFRdX5bgs+ug2DvnLzjz/HTTddBdOv/txTsyZRFnmf56OTUNbVVHMMeceyfZt8hn3wMWcMxAKN/jPzYL5Bho92WqqgjyznJSy4IKaCjoU6tpLl6heyfPzV4bYV5e9RPN2O9MtE2PHivM++2jvHngIF971YfD1zzYpfUpV5XXigGMPYJvWC3j96ce4+WVomKO9UN/JpytZrlN51KglG0m+xD/chBV5qsqnpa/TRJase9IONj/cpFLVeiagmaTt9EJGEyC/MB+kW11Vzmf05KQDNqOQZbx1897stOf+eg4cxiH7/56Wt47W3ve9nu7/b6DqNW14oc+RdK1ZwPsvXUXPt9BB4/scpqhYvjXDex9A04pZvHn3Sdz2heyj77OP5QmhKUtXQE4uhU3Drq99zqa01jlhz2vfz9U1l22mWpRixDXP8db735G39cFcceIuNEl9wx1/vJLl+bmsfcW+Y2GlhshvQevD5GFRZndBZfkyWjQopFWxUbV6KauX6OlYuM69yQ+XlF7eVFVQO29Sq9WhmIYNkiSopHKZxqt1WUV507245Ojf0TTxHbcedgpvUsy/dJugkq/98NJSVoZ/8jeTV888gT/tf0D8rPH74JBuHLD/Puy9z14cdNI1jO7YmSJ121C1CBZ99RY3nvB7/rqHPquHF5EAAAAQAElEQVT0bNzjL7tw7g0PUrYS6j5W9ue0btvRxJYx8uGT+Ovu+3Pw4Ydx8CE7c/jRw1hApJ8NjJAVhQhoF2CizLwVoR2TypBiXV+j57ljsenqnAOhL6F4JyMlPyZ7F/kjKORh4oPMdQLv6eA9Mg6cT8kuhShV/zBw2vsHOzmUOjyDgl/xcXXjmIp3u/MO4oRU5UrzckK+g0/Hgfd+roulNS5PD+Zj+dxS4s1MpLlxLZgkBPBxan40byddQhzStCOfhoO8iDXSLoUNMyNT/BzjrOm+MJM8JmQTW/gKYipuDf3ITq0EagONpALRUSIBUeQrDoBkmJyDSAPdNWaGeX4uzqsihXrFepcbqAZAxcSYGaYPabMIM9GCKACBR8UEKY0thNORCDN5D4v0aBim/pm8PUMnoijk7Ylkgrz8PBJag+fty/z//fiZ5u3JVrDi9Y+YCRQ3bUNnvaT1/yhAH9WSeE1RvVDfdB24D7/u2JIGEk38aKTadFUcjDm8cdvl7L/r32pzxD9ufxmvfDiDaiIsbVqtz5MGIUaSVK3BP6s8hmn1Oug6Dvtbe/JXz2TANXvz570P5JAjDqPbXr/m5Gc+131W55d6Ja/paZx65K40X/Alg56/lUf0/VZC166eSZo0kprde9duz45/iZ/f++gZvsuvN+aR8eqkWWuWadsUVRWrQ96+vLwqLfufo4bqWjZ/uVpo0f5k4ena40Khplgq3LCkrSJXyYplS+gPvNDjHC57YCSLk81o16kLnrd30Qv0ciW2Fb4lZVO/JjT5Sa/eyBE6i+y1V7y+v+60PTcN/Bj/aF0rJIFZzjdvPMkFBx7JcccczvlXXM+Y+ZHy9s3Y/K9dqKrbEGGYFxetVk6tJ93cD7jg9MPYd628/UA8b99777047spBdOzs573QrbaJ9MmnDEYv3ZrTej9YszyziBRrlk2pzQeX+pfFtb1S+B6i3oKV3rFoZlMaJqBGOW+1gjdp4Ur0XTHNW++lnnO0V4RC9XxLxDYd8dSiYuki/FQkCURysPB9dt99L24YOIn81ltxyLm3csXRFUycqr0ajOqa6oqIv3Y/k927FDK134UceNc0ivTyoc7ip6ZS/u9d5FQxV+s1lZrLilnH0djT/GqjWinUxIX/87Xvs9ce4f7dV9dtl92P5ZH3plC07eFc+cg+fDNzNTOX66C9YhqvPnwxv9t937XzpgP21dl3bw456wZGfb2cJhRRkNeKokQ1KxYuZsGr0DDfZ70hmMh83wzlE3nl0ObsfOBB9XwfxIH77c1e+3TjxAtvYXhBur8lYcXH9O68A7vrvvV7d5+9d2Gbdg/wjc4Q/kxPW9YhvWzb78nb2GeTiKmjX+GGHq9B+kVkxqhR60Z8N/AmDv/1vtw0fA4FDRuRmPMJH334MZ98PZOlCkG4XTId1sI+uTIWyCYntwVtDpdyYWZfQ9WaJTTPb0jrJpHy5mWsXqw7u6HvRL63JHMaMGrZKuYtU1LZoIi8Bq1RAltr77+M9+uGDcjXWQDl/jkJmLBAwczLp1HzTWU3r27/+xvo7RpR1K6xnuOrWLh6GQtlEQnQEyilz6hK0bVndOXoNEiQK//IS7le1iyijPnLa3S7tKTdccCcuv1YU7OKvJpGdGieIFW+ilWLXgT6c8bpPXlm3FwatGhHh/R3Dh0KK1miF2OomKC2mmaTmspz3U/mL7vvqT21j2A3frfVdQz7bpHM1rLGr8XqOaN59KbdOPK4EzjkmIu484VvqWjSkV9tsh1/ppqUeq1dU1RNK2PpXk9w1+E6jVYsYtmaZuzw5/047fw/MH3iig30WdtDlvvvi4B25i970X4jhIMDFm9wF9QuSUz63hKF39aOHVwcwBnZp5xx7OAOA0BGrhONqhunwZHGlLlqisCK8uq0g9PyoOpc2sbJ2n5pCyXhQRyzatOczykDkoaqeWVEaY+aV9Cs1fjBzicl8yB327RX8THnOtNc/IEj5FW6dDWUrDkd22oRzqwFdf4kdmdC1HdmLhBEJrHh9ikPqBOYKzAz/EdMXMVLoKkHI9JsrFNrJmsHp9MAhhczxxY4kyByF074A1hgDpIbRkJ0FOwBx+IJJYVFslBSH1hvTLwhMzWug5gmvec0W1Qii7BEROQ2JiwwM6IgS5BIJMjLy6W6uob5CxayeMmS8K/JzOSXn1/J6VzErLPvZpQ+o4o7bcMBfe5kr1x9sVlWxqTJZZTpS7mqXS/h+D12YeOmsPST93hh0qe0Km6QXozWpS9uV69YwDvD32Dc+HGMG/UWo6YvYU3tJ7J2VsVSVtOaNl03pjmrWDhzIbPfBX1/l/azDmpZFAQrp3/Epa9+xMhhwxg+/G3GTN2KjVsUy2Eq6Os3KX1obnnWpWxZM5N3X7iCC5+ur12X1rxlv/LLjxk++sN43uOHMfbbFaz9f5ekqFwd0W6z37LX/vvyp40asaTi33kJ0kgTeYQvpy/T6Dn89pibaVczCf9bqNOmeLyVkB/7LNt3hIpV8/hmtMxbt6Fw9kDO+evGFGgfmRlmgoZ78OKE+fITYTKrq87V4L8a++WIoXzo12T8m7w7diGrlQytHznvqXVWrGDJjK/57OtJjJnyNXOWQRRFRAnXrw39p81j7uIVFHb9DTt07MLo90YwfMTwGD6vZtM/7MGhR+/Njq0KWFWzzogFTWDEEL5V4l/UZAt+c8OWMFFrnzJFcZhIx50f45NZc/j6/ec42n8TPzzU1RRuxoE9GlLpttOm4/+3ySS257G//UqTq2TxxNG8z1DKZs1nZWXElrsdyp9LljFJ9tOmyv/EKSQPuoffb+LXYBFfjFC3ejVVtYKZE0dywVHn8fbMJF13OojuD93BfolZLK/34kvbnca/+hO7/bor5R/fx1/19iOSHxP8UzWEI6J4k99x03Zo6WVMnjGNiVNm8KttjmTXzQqoXLZYCd3jMOpb5q2qJLHZn7ljx88YkYmx45Er2XrPbhx6+D5s26bsnxo6Y5QiSeuS3/Dnndow8c2XePCh+1iZwzr7CI3/Fl/MLcfytmCn+34L/velJ00N12lK7lW8N2Uu074YygWbTWT6Gtn/UzWlz+k8WnTcgl0Ohbn+rJmmaz9jMftssw07bNICFs5l6qxx8taahjprVOgl68c9hjDmnbcYpufA8A+/4w+bttAq9CiQ1brVD9gwWfPUdQ+hqUI7SGb+lBBavEpNXN228Y53ckjpGr4cejtH9HgrxMFi9Xptje649oecx84tqvj8pe4cdrsenutZrS9oKdGED5TkR0V03PS3XLpJfO0naf0TV3fign6fMG/6Vwy56SgUAVlnaiRigJ6Db/L51NU0SFbw2eMXco2khfocEqpXb+LraZDbqB3bH3wR+YsmKgaTmKoxZi7ZnK3+dCiljRXe+fOZ+pkOt0Xuu1737yVTIX7tt9iOzX69FXP0rJqmw0jZxKV07bEzW7RtSVQzlbGvLofGJi8p5SxFbPe3Xdi8HYy+5SL6fiNxiKzjfwGiZjIez7dzF1FOR3Y6ZlO+GPVO/Kzx+2DECJaX7MgBRxzBfn/owLcrqr93FD02SelF27KZoxn2vj6r9Gx86+0ROqiu0lXVMLW1K0WFUKln8HdvP8Kw994O+27ku19QuFd7/AkSbuNa+yxRPwLxDtC9GYJkBJRK1bsuKTKMKPzedOzgfQM4g3w449hBPrSxJFRNy50PuXAYRZ1UyTiXLLDExWmHWs79ySbwQZFxGiT4i5Igjlm1ac7NMiBpqPLld5OLtfszooDrN2GuciPzIBaJQ2BEeV/Xmdbg+1XIa6z21kjz3isDrFVcWitwZ87UdyYfQRSeH/H1Sf0EeXvwqcbdO6CZmhlmBph+vIVM3m7KLzzBMLO0zkhYRCQeL47FO6krjkWy8z6xAEy8OVLjOpBINPGaQh/RZhGWkF/ZRKITlsDMiOQrkUiSSCTIz8ujyvP2hb+AvD2/Pd9OuYchHy0harYxf9n/ci7/WwrPdcom+efeRCYnd+eOE/7C5p31tFoylmcfmkGieS51JUXFikV8OvxNxug5OE454nsfL6ZcX0RmbGoqVzJ7TT5btOuoLwBh0bypLJs/lga5ORmTdXAr/EXBymWT+bj3ED7Q5/Xb+rx+Z9wM2ndtRhT2d/0u8U7tssvV/KHpXIb3v5fut46pb7BBunLZx3z49th03j6OEeO/U24b+4o7pKhS3tR0o+3Yc9/9+cuWLVj0b74E8c/v276cSoUGaLPDMVzedg3+t+4nTo/jXd7mRE7boTmsXsH8yR/KqjVdGs3i4dN2pmmOhf1mJhwVcu6QLyjXQ89ktW6tWbOMso+HMerjcWF9w0Z9zHKdOVL1l1fbKUV1xSrlvN/yxdffMVj52MzF5WhjY9rXtWaB0LX/ZDLzFi2B9lty2GYtGfXeiLrP0ZFz6PS73TjkmEPYqXQZKzJ/Gjn0lUvrQI7dyFczobBZe7bY53glb8ov0vlg592v5b1JC5j4YX/O+YPGCP006agpW3a7CFbJtmwa05U7KNXlyBf/RgeqWTZvIp/onPNk2QyWr64hf+t9uL4LeF5UNk15YdlEphUcwvN/1peeVDLv23eC57gx3eJVfDj0NS678nweHDWbxhv/hbO6P8z5u6xk5srK2Eyt5+15Hf9Kt502gckv8eeDniZX8kjwH6laOiTZfMeH2IZJIQ+bNqOMyXox88e+x/GrAlixZDJT7oVntPYVvvZtNrz2F/68MWjnrbf2mgoGv/4GQ4YM5tUhrzFi6JMM/242q6qgdKvdYNx05k6aRk1RW3616Tb86ov36673iFEkO23DPnpBufvvS2gaTWExK2m0ZReasoJ5c6eiIzoLJk9mue6dCt+AglRNJqZ38NkU7bX8rmx1+tF89t7wer6HE235Nw49oht/2XFjrC7d1joqWTz1I4aGZ47v8RFMmLVKOwF0NVmr+EXL34EHji5lyXfDuOu4c3k3ksW6hhZRM20S0VEnc8RvW8OCEZy6xa7svsduXDV4jO591vdNpsiem0PenNOoLdsf0oOCxRN1vbTvlDfPWNSFrXY+IuTNixbMY4ry5sJGET9ULL8hNcMmMenziawu6sjOO/6Gw7ouDD79rD+DPThuu61o1xRmffk+S+YKf/odFVFjOm+xPT13Juz/SVMnUzZtEXv8eRu226IDLNP9tWA64zV4gpR+kjRp/yv+ejTM1zl34vRpsp/Ln7fcnj/+SutavIAZM76U9X18OmU15LRihyP60HSF78ey8P8MTZm+iF8fdhlbKM1etnQeE/3Y1a4TxVOe4KjtWhOZYZaGpqfy7vQV8meCdWsN5Qtm8vbQkXwcru1bfPDZUirS3wOt10P7aOXiJXz71Wd89+lHzJ4+R7svInwmr+tafKXOMlO2u5x3Hj6CtraE127cj0ueeZ9lrbfj2FMvpseBlcxZUaWYyDhbsxFIRyBK41888ts9fKYoUbf0ahw7OBt0XyP1fQAAEABJREFUIjLY5XpeozwjvimCwht5kiIcRGSP/DlyiLVO6XMV2QXSPYlwpZCn1mlJ4GQmHFeXe8AduyQzhvPe3cHl3wual9s6uE2dvSjpgmx9paYgvSsFbhbAaQfZG4ZXVHz+QmIlExG3IkKt8yOnHgRJU+j9jbDYlJCDCzIdhVWRQwhNOm6ys8BDQMZ6xQ+YLvaHbEbpvIP30XOXAFL6g9EsaMQR5uSsH2iiyLBIkTdhgdt6R02BlHinzYz6pY7LUI4Nk1EtiEg5uEz9zSLMLEAk7ONEiQSJKEFSOCcnGXQrV65k3vz5rFnzT38rqBH+92uUaEGi+H7ue2wY86qK2Pxvx3HzM89xx41Xc0mPK7n+tvt49qZzOei3bUkt/IxXnhnI5x+uprBBzlqTNUuIb0lhYSGFxfrmKBlhksS1mgUcwBX3n8Cef+pKctVCJs76itdpRj7fU76epRcm0HiTXXnp+p5ccvGl9O5zPQ8PfYX9O1VQU+Pe/epm+qdIUUCLVinKRj/LzRe9RpsSZRf8cLF8ZaGNi+J5a9po1mbum7hULGZqyd+44Jo7eOyhR3jo793pOm0ya/wGiy3+xTaia3Po/dTrfLuggia/PZuhgx/gut69uODiPlxx8zMMv7kbbVjD1NH9ueZF6NTQSOQ1pbS0tB60ATqSv1acJapXTXs1j2J9kVeo9WlQEpjVWxvp4mFMNNCXsn/muutu5Kbrr+eqU8/g161h5dLl6HyifmlbR8m28MgwRoz5goW5nTjuwu48eMu1XK5rdNllPbn57uu5+uq+dD/9IDarLGBBdbX3qgfNSPIQrwydAg1bsstRT/D8rVdxufz06nsLV990DFu3KaJi/ne894G6RQJdXVIF/P7i0Tx38xX0vOACLrysD3cMfIwjtyqkeuk03nnpbjfkln7D+WLKIui8P08/+hQ39enNBRf2os8Nj/LWDYexVeNclnw8kAv1fiF0qG0i8pvA7LEvcNetj/HZogK22O0wLux7Hk1nT2dJlQcK/NIXNtK+WfIxD9zxLOXN2tG01sc/Q8R+ippsxcEPD+EfV/aix7kXcGnPG7n6hu5sklfN3KkTeP9++Rp4Lf1GTWFNopRTnn6X+66/kl6XXMqll/fi+qfu5Za+Peh+4t5s7AcFmf9TVQvwGeQ3bIRNG02/Fx/llcntaVW0od5Pc9fACVRq7/zm8Kd49a7r6NnjAnr1vpEXXzmNnTq1JFr0FW+9Di3yNtR/wzIfv3HHrdnv4iHcqfVfcv6FXHrVPzjvlOP5VXGK6d99xRfvvaPO3zJ7cQ25RRvzl5dv5PJLLuGSnn246cHXePbgjajSutfd0Sn1KupwLVdfczM33+RwA9f02YKmOb6RCtioVx8uPXJnSmTntgoHxW1bs/S7oTxw5nUs6VRKMd9XUrr+OTRrlc/yr17ismNeoHnXDhnjH8S57ZLMGtiPMXOg5ea7cNyDz3ND78u5uEcvbrvhKs45YGua5FYyc8r7jNmQp9vv5++33Mqdt11Bz6u+I3/dhaf73P/CUJbqJcs2e5zLm8/cQd/LL6V7zyu4+YHbOP+47ShcOZ1P3h/GE8Mb/wvXzLRuSHb4E+eecxU3972EC86/jJ7XPMBDx+/GJi1zWPnxezy8YjIkIs0kRY3lU1yYYJGex9c89hGttVf4H5UGdC4cwg2vvc+keRV02qcn7z98M1f1uoRLL+lJz6sf4p7rr+XS889lvy3zYVHlj44SJSG3uFDPxUJa5KIp2zp9xjNzPuQ0bs/vjr2Pvj16cKlieNVtr/CP07Ylx/+VHdnyfRHw+yqjS+nZHfN1MXbKwW1iHbJyDlzu92QNaVkw8EaepMjk1HhiJhuvsVaUCFkhJMY9CcVMmkjLfJRaOc4RQcCo+BiudmvHDhJ/f9W83DZjUGcvSjqXx9N13rkYfK4xpbW6ykECIdzefEYmgaruQLVezaUB3M4l6h0jE3KhwO09TZckVksWOrmNC9fCzqRnIzsLhjKyNAjVrymrCRaeA2fktaYiLA2RrMwMM8uYpfN2I1J+YmaxLo2jKEICNAVSkjltZtQW0XVchjKZWTDxNkBogijorN5YZoZFRpRIBEgI56a/0F+5YgXz5/8C8vacXGzyTAY99izj51fT5tf7cu5Nz/DQ7Tdw5SU9lEfcznPP3swxe29Do+oFvPPMozw/Zyod8htQv5ji3YCm6RzRs5gIM9IlRbXlcspV97LXzr+lVWIF076ZzbRR0CA3bbIe+oq5evwWNd+M3Z+9Lv153Ze/P/oWff/WnuqaFL4v1+3WuFUxUz8ewlN978U6l4Yvpte1WYuPxOU2DM9vP3OIw6x24mJXMiXvD5x1xa08+shDPHRXL3adMQX/6k7K/1GNuio+PZ5k8MTl5LX+E+e8PoC7runN5eddwhVX/p1+r9/K75Q/zpk4ijdvfpnCTg2xRB5t18rbS2mm0ZvlJak/W4nqqkXkFiZp3DD+fEpKo+2qdp0aniv5tNjkd1x07Y3cdMNN3H/CYfy+az6rli5i0YzvWLtfOwrfvJ833/+MOWtassclfXn079fQx/PJyy7nqgfv5Marr+LCs49i26LlLFpTs9aAFuVQ2GC68vZxlOe3Yqf9LqHfPVdx+cUXcGnvv3NZz7PYqUshlStn8OUzpEsq4A5/6MH7T99En8u6c0H3nlxxlz7Pu3WFNYuZOKo/T7vVtS/z2hfTqUpszDlvD+X+G/rS64Ie9OlzI88OvYVum+Sxeu5oBvZ6wq3XgiZtm9Fi3CDuvlfr+3oZzbfdm7MvuordKqYyVy8DgrGmkl9cTM7qiTx9441MbdyBFgn+g0UDynvDLfbjiSH3cs3ll9D9nMvoff3T3N7j98ohVjBt3DBukA3XvcyQ2rW/ud7aD9wkV2v/YJ21y39uM27Wdb/5RuW5N97E9TfdzTE7dKVIm2butEny/B7jFMsJ8/LZfPfDuOjFRzSPy7hU17zX3x/g2qtvpOf5p7HvjlsQtT6KPn/vxe47diJavQYraMlR192E+77x+hvZqWkeWA5NO2xPz7OPYOdN4dyHBrKwJodtD/g7Ix6/gb49L+fSHpfTt+89/OPvV2i9p7DXNs34mvrF8LAXFcb7Wwh0N5iAdYvye5q2pdWKqbzx4HHcNqsjpU3XNYIViybRYM/L+Mepu9GhwRIG3XIpz9MOnVQp/qF7LbiKZAl3Pfc6S2jIVrufwxvP3sEVl1/GBcr5brzvbi48cQcarprJBOXNjw1rREuFgh8qUT7tywcxfNRwPptpbPy3I7jwlge58tJLuOzSK7jnhcvotuuWNFzxFcNe/ZQZC2HKwKcYNbUKPxuccF0/7ry6J5dccCFX3/wIl51+Mts1r2bi+A8ZO/I5dHlDtLQDaNh6U/a6aCj3Xt2Ly867gB69rqfHeWfx66Ywe/I3TBjRH5/uBQ8OZEFVRMkuWt/Ld3NVz55coLlcdetL3HjRLjSuXMhXo17nzsG5dG5gJBq0rvd9Q6noFkALchImvOFqiSQ0b5p+LjeQUYR9j3mOXgzttP913Hj9Tdx0e1/22+fXNGElC5fN4ysi9a2rlatnMLVjNx667Uz+2Dpi6tBb2avP+zz/6vO8NW42DTfbg1NPupSt5sxkdfqFS13vLPXfHIG1d9J/NBL/Ced+i7vfDBYdbijnHcToDkuFTN/5lG4dw3/CISYtD6m9JwwycZ3JCu+HFwmFvK0FEapkQGqZm6Mgc8LQjxsIk4YwHCDXxEXpntsILBas1bq9g3+74PMF2QtIl6AT7X2tntxJM0nCmsLq8ImZbF3n4kxfFwWl5uCWKRmkJMz8CYLQR7zLTDoT7RDzEKUMszRIF89VRHjQmAgHIY8pmr86pvyDa+0JSGOYmRvWA9lnOOlMCXlg3Uy8Oog1okgC8WZORxKrX5BFRAmB5LLAi4Z35OFAU5ctAtkToiCZLGUf27k8pqQOdma2Fo7EO5jF8lo6sjB2QuMnkkmSgry8PFatWsWChQtZpZcgNTU1/KyLRRQ3bsvgx67gjmdHUDavhs3/dDDn9OhFr1499aXSaeyxXXMWTvqIlx99kEcefYE1bRqjpUMU4evWwkkqBmutM0qQUDzQR3UiqmAV3Tjr1KPYtpUx95vxfPDuk1S6H+9k8uMfnLJNJhNELrv1Xp4ZPQ2Kt+CgS6+kj+bSu8+lHL99LqPf+Y7qZC75eQVuKUiQUP9IVLm+0H30iot5u00phSaBajyPBHItTjWRiOcWJUlEkQT1q+wy83Zxub5I36iE9q2aOEdR5xI6A5WCH69aV/CVCAlfxj4qLqHlk2fS/aFXKZtdxWZ7ncJlfTzeveh70RFs13QlX7zfj9tOu5y5+jI2J9NxPSy/WksSI5GJfyRZGDMZZBH1S6QYaH2Kc0L9DBWtP+F9c1ryx32P57LLenDxpZdy0sHbkZj1GcOHvMw9IyE3mdR1Sai/+iTyKWk/lCvufJJBb3zE7KIdOLn75fTWNerVpy8XHfZHmq2ewtuP3831U6fROTepTmvX9u0LGHDrHQz8ZCZR22049IJeusa96XNFd3btVM437w/mqTt6Mbq2q1aysowx3xWxz3l96du7J736XME5+25BYsVs3n3hDno815AupSW0eaUXVz7Wj9FfzaH1H4/i4it6ay/3ou8lx/PnrnnM+HIo/7jkBGa07UKRphUltC6Nk9TLJN/X7Tsk6ffoIzz4xGAmrW7Jn444h/sevIAqlmNum1Cn6oW8P/AZnhv+Ds0bN9AVgCiRQGFSjBIorDL6nmomRYrF075ifrPfc8ZlfRU7ze+qHuxemsfCrz9gyPMP8sDy9pR2msvlp91Gv1FfUt7mD5x2aR+tpSc9e1/BpUftQLRgCq8+0JOL32yj6wOR7gMtQ/OINMaGa0I2Oa5aPYv3X32Kxx8aT6d2efEaooR2R6T+ieCvuGsbhp17Fc+OmsTKBqXsfdZl9O3Vm95X9uDgrYuY9eVwHr3uXIa3KSGfupJIagRLkvC9VSdOUybfFcyZMpXyFjtx2iV96N27F70vO4+/bl7Egm/e59V+L/Psu20o5k4eeup95lcWsX23HlzZpxe9evfl4hN+T8XY95iihD4vN48GxCWhCxCJbL/z5fTqeREXXexwCT2vPJCNG+VK05o9rurF2UfvyZbiTLFQF6iYycBb9uP2mZ0pzZFCNXKdcLL2wRFpPUnCn3BaNYmnrj2SVxt3odgHhFgnnPQLILxuzclrz+TJA3jsiUF8Mz9i0z8eqsOKr70P5x+/K8ULv2Fo/6d49KbRdPTOGt+Ec9LjNyldwTtPX8e53W/n46iK4jyIogRJ37uJBIkIitp25Ku7LuKOl8cyp6o1f9Te7a3Y9urVh4tO2V0HyYkMf/U5Hrn+Dqq7tCAh/6Fqw3rsIElCvqIgXLuJ9KXn7M8msKjNrlzUU/Pu1Vv31CnsslkLlk/9kGeefIWls6tB609o7u67au44nlzQ7rkAABAASURBVHv4OT7+NkVBjksiEtIlv2ecKJFej3z4vZiZQbJNFxb+/XLueOE1JkyN+P2JF9G7Vy96ag5X9jqJHVtWMW3Mc1xx/PO01JcwmX512OJYoekpYB4rkbU1SmTG1fojF4/goWdeZ/rqArb422n01jOkp2LY+7w9sa8G8PXSBPn5uWHfVda4fRY2HIEUddmVWziXwsxQI10K1JogwsJPSslrJp8PvcVLHXRGBOrrvbwfKk5/H0gtc3MUwClDP95BmDTEqarkRrqIcBuHYJMWp5HbO8S5sBv5CtSnnt5Jl1j9/pq7mSRhTWF1YRmWNnZx8Ot8APkO1W19DJnLSKJarzFtgfe+MY9eNEjmYwnwIoXHFt2ixNbERTEVL7cKszazxdJMa9KZWYZN43gugZHO9PxAdl4RHwDDgmthMyLZmKmf39jCUSIiEjbioukFwvGG8nZk6wauB/nRbKkthtmGIJLcweKx3CYSrbGTiQQZ8M+QlStWEvJ25e8hTvycS0TDZhGDnn+M+x54gTGTFtB4q79w0rmX6JnYi16XnMthf9mKxPwy5Ub3csPjz7M80Zyk1o4lSCSSWpyedYpDJKquJkj489Gfz2YUddyI4848nr9u2YI1M77kvQ8/YFSqHXnmPSIS8hM86TMqilz2d55+4VMWJ1ryh8Mv4wp99vTucwUXHrMdC959j5k1eXis891U4P2FWDN7AgPuOZHHVnShVdIlkJBvyNHnWxQLiMeThmRGlNY4SmjeASe81TeKXTajVF+Mu2mDDqX8SmJJ1f54jcc2tEWoLVFTOjd5hG59Hmf0xDk02XI/ztLnYC99DvXucyEHbFXI1PHDeP7us7l5bmfa5NT2XI+IEgkUMq0tTFZ6C3H3Lr4n/TJRr0SKha856Z1cHkWaW0JUY7bd+wguuFx5+yUXc+qhu1C85CuGvz5IewPyc3IwWXlfSNCmcwV/7/sgz7/2HlNqNuL4C3vSS3l7T+VUvU/ejTY1cxj3wu2c+kgunRtF6lmvWkSjpi356NF7efn9iVQ23ZQDzuhJn9696Xvlhey5acTksUN5/tEbeK55IXExSC1l4oRpbLTfBfRV/tazdx/6nrUnbaoX8+k7L/PYNS/RvEspJa2f57QrH2fI2O+g81859ZI+yuF60rtvDw7/fXvlGJ/x0i2n0GuKvgTPk3ePocdD1z0hukHnTkx76jbuefRpPphWRclux3P9U/ewh0yJEnhKCssZP+gpbnvjWzo2zXWNVNIlweQriozvK0ldg4Si6ddgncjoWgQHwom67rp/oIbpX46neMcTubSv1uP5yqVHslnBar4b8ybPP3ATFe3XXftudWu/Il77sqmf8eItJ8dr92lrvUmfa+OtuEjX/aIeF3FRj4u59OIz2X2LxiwqG8EzD70BLVvx0osv8/jTr/Dpggb8br8T6Knr5XlTn+7HsWOHGspGvsRjT1/NB1sdQfcLz2UPvUCjQUu23/dUel52sfxeRI9Le3D0Vo0hKmLzPx7CxacfyHaeQN93JNc9O5YZKxvz52Mvwc9lPXv24oorzmDr5FzGvfEMD193Py3igxYeO9/468YPEii8gqSodAh9jeGi1fDloNs5/Ob5dC71xUsfJeQrQo2eCoryFkfQ48IT2HXjJsx/53mufnwS7bvky5B1rm8UZOs2+V06MvG287j9pTHMqWylZ9c59NKzq5dyvh6n7UmbFZMYOfg5Hrn2H1R1aVk3R4t0zXXt0bw13zrvRn7bTrx222OKbT8mzC1khwN0/RT73roHzjjkTzQvn8QbTz3B44Nfgs6d+XrCm9x73xN8OGU1HX93AGdf3ode2i89LzqBP5UYEz8YzFNP3sODH3agTViAaTdWs2D6FJY23J4TL+5Lb825T59L2WurYhZP/IDXXnmeR99uRbvSruQ+eDTXPPMe05Y11FnqTHppHr382XXBQZTWzOSDN5/nvsuuY1XnjlpNGGADja83R/Ik+ugQVtW1SOgexFxWFwFpVBMk/MLKY0LxkYAokSCKoEGnP3H0GZdpb13MxeeexK5a4+TRw/Wdwj3MJpecZETk96Q6rSzcnat6Xc4hv21H+eQh9Nr7ahp36krewDt54Kn+fDTHKNnrJK6/91RmTV6yVmag7tn6XxwBbbVf9upN0/ek10Gkakz5kSBAyNzdSqpQXZ/SRw9+PgmSTBDcFD02/LPJhP1OcVncwzWEB6pJFwO1pUbGOh6ozVjLv7haAxGeOAc7NxHv4wgFq7TI2QDO1/kz2QgsqDT3lHi3cPBxYoU56+Dzc+eR+sjSF+pih+AhNpcVOgjhDgSpmBbrNaXG5+s4GKoJtOS1VX5SGsflYUbizUyWPi7CMcRTiK2k1gPOQNrQBxWpgkSNmWEWYYJIYGYgiARmhkWxTpTmbAQ5hhdvA5gRyS6A6UHptGQILDKtM4VB3FcykaHG9hZocwsFNKgN59JgmAmot0b5N/N5SS7s83ZfiSjCE1b/YE/kJKmqqmLp0mUsWbqUX0qxnAKKl37HtWefTq+b7+WJFwYydPhwPhr3PiPeGswLTz7MrfrC87yL72Ryo1IaRFpZbmOK50xkzBv9ea3fa3z8xXSat2kghWqyCUWLvmXUW0rC+w9m9LczML7ivQ/e423/8k1fLj/xciM6FspRlKR1zVK+GvUa/Qf2563Rn7OocRs6dRjCyRdfy8PPD9Fc3uPjCR8xYugAnri9F3+6pz8DZTts7Axo1JzGTNeH90D6DxrMM/ddzXXv6YvjQs1DtYVg3Fuy7/8Kb4+HqFErmDWBt4f005esb/BZeTWtE5qH7KAtCb7UF4T9GDT4VcZJ1rywHQVj3uXVQQMZOnIEA594lhfyW1KoFUn9A7UNkfsa1I+Brw4JvnwucQejkRKS4ZcdxLnX38dTL2uN737AeMV76GtDeOnRO+m+1xHcSwmdc+Ie67d5NE/O5uMRr/HKq/0YOm4uNGlN06WTGTv8VQYOeJX3PptEeesizcN7F9A0ZwpjRsr+tQGM+GYKUatWNF04nY/fGsirAwfQv39/+g/oz4ABA+j3/OPcf+ctXH3h3axKwGcjh9Bv0CuM/AZymxuWX0rXiXdzwtl9uO3+Jxgw5C0+/HQ8Yz94hzf6P8OD/7ia8294lprqQpK6H30G9SGZ34ZlXz3OFT2u5r5HX+K1ocP54JPxjHr7dfo9/hA3XXAoN03oSmmTdC/dj9gSBvz+XO594VVGjPmY8R+NZOjggTx533UceuodFJW2JqHrUqjYfnrdyZx4xT94/LmBvD58FOPHf8Dwoa/zyhP30/eck7lyQgdKChI0bt6Aso/eY9ArrzHw7S9YXN6GnJwGlDT+ljtvuYu7732Il9/+nKXlNbSS76lfjWZwvyH0e+xhHnxpKF9WdyEvggZtmjHt84/CvTDgzbFMmtuEotz03DeIUqyYPZrz+97Ji68Nx/9M2dj3hvHqS09y343dOe3mCZT4QSSnMyXcyxF7XcAdHqfXhzJacRo3+m2G9HuOh2+9hH17vE7X0kLaFMPXH7zNAN2Pg0ZOoVHLIs147cETbSJSXwznlSGDeOapp3j6yfuZ3qmLvmYw8gqbMWfqOwx4rR+Dh33AJN1ZRVEhXTu+ycnHXMLdjz7Pq6+9xajx4xk94k2GvPg4t3Tfld4jO1Oaeduo4dok4avhAxise+6tD6dAcUNJ165GiuXTP+DBa+7g2deHM2b8OD4aNYyBzz7O3f+4litvHqzrWUizko48e+7Z3PTgc7w+9G3eHye794bqOt7NBTvfrn07iEFDxzKLhjTMhU9HDuGVfgO1h/uHvez7uRb6v0z//l+wSs9vS6A1w+ej3qR/v8F64XUHZ92PXqBp8ppqw2KY8oHG6T+YgWHTt6RVwTw+ee9NBgwcwsv338KZA9rStXkka2hTCF+8/yb9BrzG4PcWESYTNPWaKEkTW8rTd/Xlqpvu5yntueGjP2DcJ6MYqnv44XtuoudpNzGpaym5LdVv/NvyN5D+w8aL8adHgsKmHSktbUuBnln5zVox69sJvN5/EIPe/pCJS4opzsslPzmfOy4+n2vveJgXBr3JyA/H6l4Zweu6tx+55wa6H96DN5KlFCfk1muUQ+uK+Xz23hCtbQBvj/mCJU3aklG7iYPpSbJm+ltcf8s/eHHwe4z99CNGac8Oeekx7rzuCm58fiQ1TdrQes08+XqN/kP68+iDj+rl3VBy2heqdx6tGs/mkw/e4JXX+jNs/FcsbtFSRyNCaaovJL4d+w4DFZeBw79hdUq6KKjUJOigl4P3n6OD4Q0P8OKgVxk6erzu69EMf/1Vfelyj14Udqd/+840Spjs1655jQuYPelD7clBDHzzPb5eUECLHELJ0xxmfv0Jb+i+6f/GKL6ZWUTbDp0YdcsF3Hj3kwx+fRjvfjxe+/MNBj59L31P7RbGf/XNUUzcLI/mZMu6EfD72yG1liLmUrr3wz++8cSb+FplNEr4CDlxLNCeiR0EU9mazE1YLjzldRTAZOZbxaSLQQJVd1Mji+BTvPt35HNwnAHPg2s0co13kNAEXmM2bp13cC7255SvUpDuUKOxYt+u89FihdJMZ9TdMDPQZ2Kw08JSlla5VrQQjmr7yCbQrhC4Z5+v42CoJtDS1VY5SGkcl4dxxIuVpeaqOYoVLWsZuC+fgesjb4I49BJFsDMzzBwi4UjTd2xSmmiTTBAJ/NmKyV1a7jSEVlLMjChSfwfLYGmC3H4wbzczvBiGDHE2ACCJwDAT4GtMy8KcJHO5jydIJCISUYKEY33BkshJUllVyeIlS1i6bBm/mBLlUdpoFg/3OpeLrryVh558gVeVR73/8UeMGDGUgc8/yX1/78XZ5/RhzKxiGnuikiiieMlEPnz71ZAjvv/FZCrbNCQKi25Ik2gSY4YP1vN5ACMnzqAgtZpxo0bxztsDeeyRx3jplUHKKxoowhGNW62m7NN3GTRgIK8OH8uUpc1o37EdT+lL09seeZE33hquXGGccs7XldPexvkH3S/b/rw2YhzzaEJDjTn+7UH6rB7Is4/ezZVPFdO1dUJSwm/lfTNyoJ7XrzD0gylQ3IpiZvDh0EH0H6w89FvIbWFkSvi4fGuAfA0Ieb4OIzT+QHMb+CqvvzOSIY88ycMU0D7T4QdwC+nGDRug+PRj+Hgwd05cks1KaN/vHE7vcaNekPfTGt9ljM4mI98awqvPP8oN5/yV8+/LobRjMu6wgbawKUwd8zb9X3lVn+2fyaIZrRst4rPRb9F/UH9eG/01y2hJMr28lvre+evRw0Je9+rIqSQataTZ8ml8PHKwcvKBDKiXt/d/8WkevPNWbrnuZj7OgcmjXlcO8arOBxqmuSDZjNLEAM4/8HxuvPdRXn31Td7zfHLMe7wx6CUeves6Tr3oIZp0aqzxTR3Wrsn8IhZ8OYCbL7uCux9+RvttBB+MG8/YkW/y0hMP8o+rT6Hv00ZpcV66o3zfMhH2AAAQAElEQVSkqvn2xd249sEXePO9Mcp3PlQuPoQXH7+HK48/nUfy4lzEGpbSZWxf9j/lCu5/4kWGvCnfEz7mvRFvMOSlx7m918kce/NS5T+50FwHg6/H8PrAV3ht4AhSiXySyq+alTRh8E03cvu9D/DsKyOZvrKS/ARM//oT5T9DGPjUw9z95FDmlzchJ2HktGrGvC/H8ob2cP8h7zJl7moa+n2Snn0GRW0TNP9yOK8M7serb41hpvZvflAaBdrI098ZxGv9BjBs9FfQqFXQxE0Nc8b+jd53PMXgkaP4aMJHvDPsdQY89Sg3nXcQ108ooVSOvnftw+O139HrJI67eVm89hZ1ax+os1ptfit6QP9+vPTkg9zc+zL6jFlBSVGR/H/D7d0v5cq/38NTOjsNGzOG8ePH8s4bA/SS5C6uve567h6s2epZqS3DymljeeGlV6jz2z+m+72i+/xDZq2EKH5gUNCyIw8dezi9b3uI5wa+ztujP2L8px/y5uDBPPng7Vxz6tk8XlVK4yba9PL7Wv9XtF/fZqKG07ZW69XjNYE3X+nPK/2G8qlErVtL++UHDBnwCoMHPMYdPW+jYecSktJR4L7G6PzTT76GB18t8pMsLBvHW68+zj/ueol5qTzydH1zdSia+/mHuvYD6ffaKGYv1H7ISU/efaXBErkUFi3nzovP5WrPmwe+UZc362z8yL03cMGhFzEkWUqTRLpTlEObqoV88f5rcd784RcsLm4Tz9FNLIfSrvO595Kruen2+3iu/+u8o2fz2LHvar89w/23Xkefq27g09VdKUgmaVG4gkG39aTX1bfx8NMDeWPEKO2X8Yx4cxDPPXIvN15xAVc8OoOSDnnuPYDps3zV3HE80vdWnh7ytu7FcYz78G09i57kntuv5fJrX6JhaRGRfjp07cgjxx1D71sf5FnN5e1RYxj/8Tvpa/V3zt3nLJ6PSmmZDK430DSgMdMZrX0zQM/gd3URG7RqQ968L3nn9YEMUv48dto82hTkYKF3Uz1xv+G9NwbqTDmI0eVVRC2Kmf7Fx7ze71U9X/uHfTVA+7Z//348/cgD3Pr3q7nh+dXq/SlD+/Wj38CRTBLXtEEelTO/YLjOpvf//S5eadGO5smIhiWdGHrbwzys8/iLg8ewqLKK4rorwP9qyQ72s4zA+nf7z3Ka3zeplBQ1eCtCNVWPNtHOC3RIWMtGvIzXquZ3pYN6KUPXTZoSQJADrkohjTfCzgvJOkWNE7UQa8IhTr3S5tKmZBv39+FjkMxiC+/llMtlvFaVVegbTnWBckls4lTo56w6Bz/CPn4wDQtwqRugGQlcj+biIFVK4Aoz06OQdEm5KLggGMT2Lkyby04xFqNWYguAfEgRuqS7OYupNbVmFlPCFngwfbimLO1FWBJwHfEccJkDdcU3bkL9XJeS2BzERxmQvZlLNW/HkR7zDqLNzLthYbWGl8hlIpxzkFIcSCwrE04DIEqNRjWITH5lZJERpcGEE4kEUSJJIkqQk8whIX7+/AUsWrxYX/xW80sqUa4SpRZrGHH/ZRx32P4cf9Y5nHfB+Zxz6j4cduyZ3P76dxSUpF9++MKSeTSfMZ6Hzz2SvQ4/g+ff/pbiwhzXgJLRVgvGcHf349jvwJO5b/Q0OnXpx1XnnM3pZ57E5Y+OIb+0IZFbW4KC1BJG3n0GB+5/FBc98CYLWxSSk1dK16kvcubhe3P0Gedy/vlncvSeB3DCFYPoOLo3B+9/COfcM4bSlsW0KP2W+885jgP324eTbv9GSaIySvctaFxaykvdj2T/Aw+iZ3/51JfCpVMHcfHJR7Bvt7N4fU2KhokwE1kX6AvQ4fQ+8Qj22+ckXlDf4kQD2i4fzfVXXsK5Z57MMZe/TNd2RWg7yP6HaiFdS4fR84TD2X/fk3lJvpTS1esQ6Qu9EiY8fjHHHLw3x56pNXY/hxP32ptDTu3L501LKG1g9ezXJZMUd57B833P4JB9u3H+yzMobdaQpss+54nLTmT/A07g76+Pp6JhXhxncmna6UueuPJUDtrrKPp+8BWRkuOm87/hhe7HsO/+B3DggQdy4AEHcsABB9Dt8OPpfsdrLNY179CllNeuOpVu+x3E1R+U0DE9r0gHlpLqT7n7guM4YO+TOLf7+Zx79insf+BRnH3NQJZVF9FgA8lmvBKjQaMmLP7qBS48+RAOO/F0zg37bV+6HX8eA+dq/U0y1yXugfZKioFcfPS+HHba2Zzf/WyO32d/jr/4CQoV37qrHlFcWsLqkbdz0hH7c/Bp53L+Bedw2tH7cNAJFzLg24gSHdA8uvnF7Rj73E2ccPBeHHvJ2yxeU4hvB0sWU5L7BQ9dcgoH77MH+53hYxTxzXt3c0q3vel28iW8+dkKWuslis8ut7AJX7/1DKcfthdHnvcYE2Y2Iy/pmu8D0x6qYfQjvTn6kMM57ZzzOP+809j3kGPpNXg2JXrzY+mu1qCUkiaf0/fUQ9hrz5M4R3E+58xj2bvbEZx160jZdsUj1aB5Ke89eAlHd9uL46/+nBZFeRoj7SSNosKuMOxyDtp7P4469RJen1dK5ovgnLwmTPvqOo7Zqxsn9bifT0pbkKd+UW4XOtS8S8/TD2ffQ08O4597+pHsfehJ3P9ZF0rbrr3Qgs6lvNP3GPY58DAuePhLStf6u+NymK5RlGLyQ705rtuxnHnueZx3/mnsf+QJXPHiZ7qebUMaa5ZLx5Il3HXuEex5zBmc1/1czjh+Dw468XI+6DiWCw7ej6PPup0Jpa1p3bGU1685nUO77a89fGDYywdqP9fCgQdz4IGfsVLR8tj6rF++/QKO7LYP3U6/m+baQ4n03PIUy88fPI9DDtyH464erS80GlHUdg4D/34uR+y/Nwd3f5aurRoQmXuCwjalDLvtPA4/YC9OuX0hpa3de9pZPWTJBrTPWcywe7tzzEGHcepZ2pvdz+Ek3cNn9BnIIt1vDf1iNiqltN8ldDtgf46+8GVK/T/uqOfHyWSDIqaOHszZh+/HCRc/zCeLm5OnBSRyC2ls03lGz4bDDjiM031vdT+LQxSL03r2Y7FesGSuufvBkjSsmsubt53OAfsfzSWPDWdxswLkKqjrN6bPuZWD+3DogYdwpu7Xc3W/H3zISfTRNaspakVOQr4qZvHaLadz4N4Hcmrf5yhbU0p+5F6SFLWYxqD7z+HQvQ7nwlfe0cvuunHym3bkwyeu5riD9uK4nu9TQYHi6/0ykKM4dGXK8905dL99OeGc8zn//LM4/uB9Ofy0Sxm6KJ9O+RuKu+nzJIcpnzzKqQfux7Hn3cJ789rSIBH7zWnQiEnvD+SsI/biiLPuZvTkVhTk5VBQsJonLz2efbTP/dl29kl7sv8x3Rk4pxNXH7cvR55+LW+t6UBhRLasF4GUJCm8FaFanzbJnRcoT3Wb+C6KeRmvXV3poF4IvLezfusFLGv3IVeiwGWoyJusRaxTPW9OySpVK3dLeZbAfQRQz1Q6b3czqeLU3BkHFwh7z0B6J/WRl9BKJexal8Scz8tfNvj4UoIvAEmDA7GoyI+zAVwlcBMzo3abycbFbkPKqfQYIlXdHNS6Ko5VWiofqLhcalFxjbWGmUlgAasVRiAPkvtYZgYIhC09B0QHAEiXSLJEFNuFfpJH4mtBejPpJfe+FkVEAjMT6wCGr1Y0ELlc2NIgpSgkR6RhlgaMSJB5OfJ9eXsUJfFcPRElyMnJCfS8ufNYvHTpLy5vJ8qnS0ljprx2O+ccexj7nnIW511wPuecfRL7H34sPe4bwdLiEprED2BI5NF88Sc83OME9j/gRG4f9jnVhbkeNVCO2Kzr5zzS8xQO2utorvpkInnVK7n/irM5/bTT6d73GSbllpIXyZSIvKI1jBt8EyfoM+qknk/z5fIm5Oc2IC/xOdeccSh7nXBm+Lw+/eg9OeSUq5jQcChnH3wgJ170CF+VNqO1Pm/79ziWA9T/hJ6DaVLaXF7dNzTQZ/noq49TDnEI5z34OaXNi2heOpGHzj+eA/c5iKtH1+Wh3qNRaSn9Lj5Gvg6gx8v67CzOpUWbL7mrz6Wcd+5pnHD6fUSlbTf4meb964OfGV6+8CjFpxuX9lPu1ai+1shvV8LSUQ9x9lHdOODkM0PeevaJe7Pv4afy/NSulGb+lXr9bvXo3KalfP3ExRx50L4c0eN1SpXrNWy5gNfvvZAj9zuQM+99lxX1PvsKWpTyzv09OMrzumu+onPLRjRZ8TXP9T1FOfn+HFAvbz/w0KM55/r+lOk6dexUyqd3nakcYl8ufN5jkp5EbmtK9cXs85ecxL77HsHZyifPPftUDtjvEE6+/AnmJxvyQ3l7fnEjlk55g8vPOIrDjj+Vc84/n/PPOpJDjjuPJz4ukO+89EAZZFjFYn0JfxQHHSf77hdw1gl7c+gpvRileZbWM080LaXr4re48LhD2fuo0+O9fNoh7H3ICVz1xmxKS4tipw2aUfr+o5x1zEHsddyVWJSjZ4iB5dC5JGLEHRcovnuz58Hn8ZHy0anv9ufsI/bW5/cFDPh0DgUNc8KeTxY0YfbIpznnmP058NQb+WLGGuXtYYNTv0QFXSgY2ZuD9unGid0fZZL2b07aILd1KWXXncBe3Y7kontG6kxakNY4Mvxj5PErTuKQI07k7PN1Rjr9AA445iz6zfYzjrlRgA2t/Wzl/PHa56y/dsVo/wMO4EDldTEcoL3QTdfhXO4ZPosOhfmYu08UUlpSxWidDY45bF9OPvdczjv/XE468gCOOrMng79cRdewxw3TTFbNfI/DDjmont8DY7rbQfR+aSSzV4KZW0KU0H3WuYbBN56jvHgfTjnb89mzOHqffZRn3coHSe27fPRoaUrpN09w2pEHccARlzBe96uLCaVIaxvEOXo2HHREd16TrmFBC0pH3s+pRx/MPgecxEupElonLViT25TSrx/n1CN0/x11ORNk3+jbYVx9+uHsve/x3Pp+GcmG+bh1srA5M4Y+xBlH7a8c/3amLqrBX3yxgRIpby5OzOb5K87gsP0Prc2bD9v/AE7VuX9h11JaZi6697cEhdULGXbH6Ryw/1Fc/PBbLGpeuPYzJmqg2K9g2O3dOeLA4zjr/PM499wzOfaAozj/pgHMaVBC4xyfqRxGubRrX8DXA2/kjKP354Qzz8Kf5Wccvx9HnNKDV76ooaRrQViXrNPViNR95tNXc2K3ozjjHF3bC85gPz37ez05TueojmSmbPLfUse/1245lyMP3IuTw7U6m2P22YdjL3iYuVpf+1x+oOhal37L/eccywH7HMxN40ppV1RAh9nDue7so9mv22k8/e0cCnOTaR8NaFs6mr+fLfu9juP+yhRdGzfn22HPc+aR+7J/et8e4Hv4wG4cfVp3nvpgMSWdO2g/vMYFh3Wj23HX8JmubxN9B3P7ecdxwF7dOP/ZL2hT2ICwBU1ngpIFvHjZGRy67x50O7c/zfSMUEjS2/h0MAAAEABJREFUc8ii//YIrP80/0VFxLeyg1JpJd31E35JsPSPHyziZblUVLg7hOvVzMGjRjIHt3QzxxKxNnZOEMbUQcaxGwkkDbZmJo5AyyKNg0iNJPrkC7beuMSxQBV3570dAq91yKRedU0da2nvqfSYPqpGCNJIDtzagbReotA5g51xOo5Tikg9zdRD1XUOQS/C5+Y0+KiiXEBcfPyU9wmgRlXOMD2Fzdze7SQMdIxNfly6LsgELMLMyBQzq+NFg3jAzIgEBqIhbiBgCaUSKQIvwhIY5kxoAxUaj5xDzJiZ9PEczCy2FzZdOzMLYyLsYD7XKCISJKKIhA5QiUREbl4eFkUsWbIEf/lRUVGBmfGLKzoYFrVWwlJaQn75KpYsWMxKlKTpA6hdo3yidZfkL0GkKxUUZ15+ZBadyKeV5K5rqbf3yUSl/C2lKqetvhwsJMrYObYEBa18XIFefiRcJojymyl5KKFhxTIWLSrX236fSzNyGzqWbct8WXn1D2bxPl7bjMzlMfiBxucRJ3mS5XjCFdvXvfyQPNQCurgfQXHg1SQL6doohzWra2jh/1puw9dWhutW9ZMfH7vxuqrAGwUtNY+SEgrWaI3zV5Ir2u0LMslesPu+Jkmxknu3L22cTnOU5DQtkU+N27b25Uemf65egsS6zg1yMRcncimWbfCxLm7biExu1lCHKbfJvPzwrg6mL3Tber+SJMvmL2LZKmhXojG6FvN9iab3i8HI8Wus/dYit4plCxaxvKaTkp9SinPD7GKzeq1LixSjJlUrWTR/FfmiS0tbkqxnE5NGTlH74KtV9TIWLVhOTcPOlGiuTfKT8dpjQ/L1EsTXVlpaiG7ntBQsyqel7GNdE+1ZI7egVfDpsqL8BPVLrl6CuLy0tJkOUfU1G6YtPYuSDsVULtOzY4kSXB+vsZ4n63SxpA6W0pWU5LDS47ymgBKPc4eitJe4QwN9cR/m0FE+LJat20aFfkjXNZK/opy1tTl5HdLri19+ZLRRMr5nSlomWO7jVzYO47cpWDsGGfuCzL5snpsR1eEwL9O8LVy3Nl0KWa1n55LF6fU3aaBY1zPXS5D2pSWUFFaydP5S1uSK1twb5TZMz7V1eFHjPRrqi5OwfunXxZ07QtfNE2FcKgn/qKFFeN55LNqQcAf1IK82lg3S0qRegritQzMis7Q8Rv4SJIzZOhkLvq/VYb2orXyUtKBmlfbm/OXk+LUsLa6930JXfwkS1tE4sBtqknoJEsYsba4vnuosLJFH89JSSro0pWq59tb88vRebkJOVGdXS/lLEL3ECb429PKjdqlGoiG06dycct8Hut/b+NybNSCRsYmSNPT1afzSrk3JjahXknoJorW7rnEB68Y8v2lHwhx00Isy/ur1hoj8Zuqv+z5v5SJ9Lqwmr1VJ6NMod11v9TuaXoI0C3b+GzQNEvV1kKOXIGHc0lZk/nsr03VqqXmWtIj3/CqL910zGXSWvLS0Q/blx9phrMeZaId0/hiSRpR1xmDhLlS+mM4tPZdVB1jnnnLrYCI3NRDuWZHBzHEGpAq+Ca2k3kkQ57uujUEa9bXAOO3jxjiI1Eii3C/IvJGk1qVouST0VuPqVMxJk6lSZEhhrVBtSpCRy78cuqR+3m4W612eAXUKNfA+sPpFAjPZqgalmqB3LEIVpPdRwiGDuKQkw/sE0KwcR2C6yczE40XCQMfYTNjF60CQKt81C1TQmhlmMQQBokWYGZHAOdN4iMaLYxMRwBvRCEtujsWaINQ04WtLZXSygwgzC+B2IkHXziwtE5ZSVXaabyRIRBGJKCJKROTm6zMSY/HixSxaspiqykrMjF9csYi8xu3Cs60kUc6ShYtZsSon5DqlrYv0vLe1l5T+bPDnXevalx8Zk1ya6Ysw13XKzyVSrFYrPuXVDWjj/yAiytg5jvQSJB63tGuT2ud8pFylRJ/XXXLXhM/rynS+3jC3cZij50e53l3gLy58rFK94F/LtXT+EiTomueJ85qDf6a5bN081LW1vho7J7B82rfMU25VQcPS5uRI9M/WzJmhpNGGehg5DVtTqjW2TWiNyltX58SfQc0yL5o21K2ezF+C+DpKSxumpQka+lmgVJ9tLQuILC1OI38JEuw9r3OZ8vzizrJ1+3WhUzF5kRuhz8a0TXHM17bq38z7lRSzWp/jS1fU0LbEbVuQW/tBXmu9DmEk8+Jr2Sa/huWLFrFodcw3XycfDLeT1mI+n+ISWudX65ywkPK8OF4NN5AqRbmNFFvlLo2qWKrYrqxugee6JcqL15pIg2bBrrS0E1H9gJlimck/tMZ8g5yC2KfHsHid/N9fgri8tLS98vZorSHqM5FegsR2zdbbS7kdPHYCXbv6fQKt8aGUDo0TrFSsllXH90yTvKAIJplm3bWvqvmxtWtMrTGeVx3dpihXz7KMV2FLUhjO2CVES5exeNEyEk3ia9BY8cBkow+kCkc1SbWa8Tp+OzaBZjqXmX8Qp7wD+FYx5XvFvhdLOsOqpTqXrcbPaKWeH8Wugj9ym6avVyn5rFuKanWZOwJ/CZKeQ5N1z8O1vrqG3N9yCuiQtm1fqLXXc5/US5A4Pq3J8QnX061Lms7DzeSnpKR5bd7cXHxpaVNyo3WtxWuvFbYOcad03ZcfUodqSYray6akIasXLWHp0nJ9lyG+c7F8WjCpbSzSebSzYlFCg4rVLNH+r2gQX6d1z611fYwE0FoPqzXLlrJ4QSVdfc7N9RyRvH71a9XYz0glXbH0tWqoXLpUee8G11e/c6BzaeG+Be0yF1HP+0zsm+Qmg1Vd04C2svX4t0hEQZxTWKz1af1puesy0LwgJ2xFaJi26Rhf3/pn8Wb5hOdK8KbGcmhS66uIdSIqg2z9b45A9EtffEh6U76Kuq0dWBc5ZBhhPyfUuEwQrNOylB8cJPMqkbj4qOS8g8scZ8B59+P9XOZBdH8Ozvs4jgOIUQ0+a+++tKH7cRvXO86Ay1NB6FQs9S4ZztxRhpHa0uCiDEikMTMzdA7l/+vwxEXngkDU7+sC0zgmItOrPp3+jJNFHCvvK1NCLGToDyEh6dVmGDfIgMR1pMkOzDKYuiKZM2bSCTI0iIfQeoKjzwbMG83ATDoBKibwOQmRFjkZQ2bhbhRLsPADnjOZ0+pk5pQMhH3d8VolE2/mOCKKHBJEiQTJZJKEcG5OLiZHK1esYN68+ZSXl8vJL70aUSKzRuOnKUbCY6ZY8a8UM80lqXgr7qL5vyoWhev9H5mCnEaJn8Ea/53YKj5+TyS1b/7VS4zuwShK6BorBt+ToIZnZXheyjrEy+3/uT0Rx1b3qyZm/AxKWIeeuAGDKXZ+bySTCX5sfpaxTUQoDPxvF9MzML7O/8b4erhq9fp+ToQWYJk1/eD6DUvvkcT/8Domc0uoWXkoLcxo+7tjeE+Jf6HG/z+rvu5w3yfRkv4j06gf2+h/NIIR+ulSqYZ8A0MlIuzZ/9H9ru7/btU1jO/rBNF/KnjpOVoUhWdTQs+msHSyZf0IrC9J+UZJubwuaoF1kUOGEVbV3ortQiuBPx6F3DKA0w6BSTcb4r8vbw+2ocl01lNIvGpaIBQGj/NdcXpGeVsHbhs+izTbjNS7uDzmTTl4THlrahziOdXzq/61fbSXfaBaPt1HqNaX6xxc5mE1NSZGK1CLOPcdW8RtRubymHZ7HyoAqE+kRlJV6pcML0cmK5POzESBELUlzZhJ51CnwESb2kj3pgPSk4qEJHVa+sjB1KimRaLSNS0ngyU2MSYcydicduwgGZFe4li8VjK6KMIsoedDJEiQSCTS93GC3NxcTD8rPG+fO4/yNf7VH7/4YlEirDGZiLS6n2Y5/pxN/Mv+jMxcEro2P81M/gdeLArXPfofdP3xLkYUJUK8E/+Xa+TfKKb46Fzmuef/ZAmZa+z7be1ZWGBTNXqI6EGuFsyI/oV4ZXwnEpF35RdXtO7wXA+LB9PzKM6ZIn6sWJSI99VPvnYjCtdbOWf9C96ihJJn9qbYjOZ/uAh/4cQ6JbdZKWXPXMF2bYyizQ/midEltCioZ6S+iZDPJohE19P84kizevfFTzX7+j7tx5waUSIR74HIWLe4RJ94IYuI8xFZWN2cXS/J91ddn/9frtX3LzKryUYAol9yEPyzwwGMuDiXCgeD8ABIxUmvWUbv2IF0Dz8iuJFkaRtRob+eHngxqf2DKvBOu4Fw+PwKfQwzgb4Zj229l8YNBjLMdBQZRK4WnRE7G0A+5AiHWrUTgK/FQFh+iUEoVDdJSePg80y51H1JhiC9wjBcjbeahJmhipcwZxGO3VZkqP5r7E7IMsTDeQsCzSYQKdJIXi3QUcoNYjAhC1ITRaAiDaow4cX9+Upc6+A634xmzrlFHZgZrneNYwckqwOwKBJrdRA5DZEe/GYmOemiSSoGzkhKUEikRYiUxECuAFM1zARopoZo4iKZM2b6UNEHUSKKiASJKCIpPkoIpxOJNavLmTd3LqtWrtTl8YHIlmwEshH4KSKQXwQLvmXs++8z6p1PmC6fkqj9hVb/l3hfjmHsu+8xZtx3WkQLwX9PzdX6F0/8mHffe5+x48tYQDE5/G8VI5mjg55efJQIGvgz/n9r6F/sOBFNGq9g2tef8MHIdxn72SQWVTTjn/vXYr/YRWcn/m9GwLOgONdUUhV8xRLPQZVdKk9SviW5WVovtaokEEu8t0uMjIlByFPTqV2alo2q53a4gejwnVvoZJgJlJD6uD6o1EJqgxNh7yik6lQ8qVoGFQNV5MehVuUE4GsJauKuQrEfEW6Sylik0nr3IxmCzAr9C4z4t9NTmJmAUMKcRTl2W5Ghxnk1GIQYOO806qul4iMFPhVTTrsPKUINPN4GNlBmWkla5P7inii3djAiwMxYt5gZkcDQj7DTCK8FUawzS2PxUaAjJEEkcfEJC8SYICicFZhZYJV+uwZnzCRDxUCVUCRDYBaRiByMKGDRiQRRMsL/7FUykWT16tXMmzePVcLaFGRLNgLZCPxUESiQo5l8PnoU740czVfzIOkiSf+/rOssqqn4r8aM5v2R7/PxN2KaC37W1bDGmdy4I3qEbnC2OY3a6uVIbNfYf7Vmg1ZZ4X86Agntp4qpn/CuzsVjPvqW+TQMvynxnx436z8bgV9aBKJf2oTXmq+SX9XwQA4PZZNWAj8QpBCj6iiAVKGmCPmsHyycdxOJ4oOJGD8MCLkq2AWivgMZuz6AH5TUwZGPWROE6uGTcRBJ6OuKmPLknnSRK01GTKwW4ZJU6CGGDJFCZhrEsUhVUerj/3JMTJi7JKAxJY4PPmSKSzK0cD02Q8YHI9Q9IyFdnLdYbpqDAEKDmbBDZHW08xiZkhKdysgCpnZuJp2ZWgEOqAhbFOlQYjGIjwSqeJE1GQjySJx2sBHJr9PqK+NIYCapwMzAAS+i8cNcAg0AkhsIqRWNF5GOJFQ1TIyZaQSNIc5MWBBFkgmkwoQTDomIKA1DJnoAABAASURBVJEg/CvonCQr9NJj3oIFrNQhKhxiyZZsBLIR+MkikNeK0gl3cuTeu7DTXqfyYWkpDX4y5/8HjvzPKj1yKr/505856IKXKC1t/H8wif+7IXOblzLpoRPY+Y9/4YgLHmBqafP/xRcgvm7DLAbnsvBjEUjQsMVSXn/gHPbZ+U8cetEzTFzVhHX/jNaPecnq/7sikNJyHXSr6X4TYwIJPIdOIUbVUQCpcCKl/DOAGpDE6uW94iX2bqgoVVZLsCFT0vpIfOi5Xt6u3rUTkpF6EyBuI9cRF7nSZETLB8HGJalA4UWuHKXU+DnDsUhVUdKtn7cT+gZ3ZIoM65PrsCnxDm5iJsaJWnA+IohFxnYipDcTdohMekNNDIgmLinRKbcRRtg1PreAMSKXCWIbQLRFyn0jI3IQHwlU8eLYiH+CPBIdEUtSTquvjCKBmfg0pIQJxdTqqkUJNABIbiCkVjReRDqSUNUwMWaGWYRazLEgzC+SxMCEEw6JiCiRIJnIIZFMsHzFCuZ73r5qlc6AKbIlG4FsBH7KCOQpt/2UHof9lT/uui99Pyil8y86cf/XYtO0tJQnT9+DP+yyM+c9V0pp8b/W///G2jBz+OHRzdzGftgoq/2PRiBRXMqqF05nlz/szMFn3c7E0tb/y+eo/+jyss6zEfjJIhD9ZJ7+zxzp2JRScpwZPxWfTcLpSDKx6STWKQnSNXD+nNYDG8dBLl/CQZfGsUSM2zhkHEuEdwxjyyroSBf3kDnmkJbFyA9ETrmFWbqTM35qS4NyclyV1ro5Gibg+k1mBLdzyOiczsC6MqSoIaUXBhlNGmvAyJVi3W8MWpdsZQ0WiSIUk50fiNw+PlDgaoiEzdQ44WCyFOsywJEBGYgChYqPI5TmUxqLAG5JkJqCYua8rrWwKhZBFEXCJiOL7UxYEAlMOlQ8rELpjYH6gNS4IMQ1MEZaCIjWar1FJeXgjMDM1F8HJtO4oi0yEsKJSLIooUNUktycPCoqKsP/+7FkyRKqqqrIlmwEshH4D0TAX4LoQOF/J/T/izOUXgL4Wv7bXn5kdkZucx0Iw/X83375kZlBFv9rEfCXIJlrln358a/F7r/U2hMqLT2l5CtNeiqmjMuFAlWXx7myUxKka+CUb4UULS3zzi53cJHjTEYZ7CwjdSzQuD6Y2zgpSbp6T89802w9FM/FRwKz4DBmUuqTBqWC0klPXVnbfyyPRzBMrINQqE5HohwLheq0gxvXz9s9/44NjMiVEP4PFPftdmFt0qC5aobSgvmPGLePNNkokkwQm1lg4tzbZClWfVFxZI5rwTkx8qUKboCKyZnTDs46aBzDQLKUQBU321DeHpnhYJHsqVfCIEiHuwFdvJQJyR5EBIyKaOm8FSPKLUVJYGb4mJFFmBZuGiNhFn4TJPK8Pel5ey5r1lSEvH3p0qVUV1eTLdkI/JsRyHbfYAT8JUicN/w3vfzIhMJfgoQ8/xfx8iMz6yz+pUTAX4KE/ZV9+fFLuWTZef4fRCD6Pxjzpx8ycxpQVqxc11PieAwlzlaTCnxKEj8UEDhAya8a4hTZtSLx3o5jaUy5TPr0IQfZiGO9ktFrPL1xCep17ZyP54C8oCKJu68FEZqXpNKl5yAmXp6++BcdZ/UW+oeLpzW7sXkjcBM/BDkWW1szeu9voXfsP7azYOdzSwVdzAehGk0pSCO1TkskytuUnKiXr90du0hdVSUnbSMsM++Ld3ZAa3GjNJh4M7UmWwdALJliZvgPEejsIjBw2fcB0mvMOG4yBUmMSPZRoEgX2Yl3xmQcc2plZ2l5SnTQq3GZswEii/1Z/OLDD1E5OkT5b3+kUjUsXLgQP0RlX36QLdkIZCPwXxuB7MKzEchGIBuBDURAOVeQpjyzIp1xEeeOyqMtJtOtcyI9+RIKRpmcs65nrYQgUxLouamDeHHUlbQ/1zlovP/dvD2eSXoWYd7/mbzdqJ/zxuMpElpzShDi6EKBX44AxEWi0BfluJhz6+btSGwYENQg7ByhmPoZhpygdJnIGxmaGWbrA1g8HU0PlXgupr4xSEtcnHKAnypvz0kkSdVUZ/N2siUbgWwEshHIRiAbgWwEshH4dyPw8+4f/byn9+OzM6zWyPNmnaXEZ2SSKNFGNpYGvASZEwKZxAcB0etUqdaR2Dr897D1OtYjv8d4fbH3cXBN/RHrpi1tvFA3WQekqyfxC6xjSzhgoRg4BD9px24dyHAYcm0GgpRMcc4hOHLCwZXuIEAscDI+uLiSMGL4dZOgNsxMQhP2mTkZ02YmBhXTgQfEYWaiRZlshUCNDlGR2ITAiCRJtxJGAnNbVGSqtraaSaC+JoiF4kX4XIXqqts5J2xmmGgzw0ygvpHphUcAw8dLRAkS/uvzyRySOTk6RNWwaPHi8K/IKioqQj+yJRuBbASyEchGIBuBbASyEchGQBEwQVw9Z4zT2YxMEuVbYOHHMV6CzAmBTP4zebvJefgePuB/pdGUQnrsfWIvTkH9aRMvlPWL966TRiJ/0rxd/vBJOTjtwwVwgQNrqWOJDGICMxECM5+ZbNO0mctRMZQeIw4zp2UnjAu8kTKSKCGQVpK4jSR0sLRfgj21xUwC9TUTDtIY/zt5e0L+ElFCeXuSpPJ2/38//Lc9Fi5aFPL2yspKzOJxwpD/TpPtm41ANgLZCGQjkI1ANgLZCGQj8LOKQPSzms2/OJkUKWpSNTqtpAiHoZAVZxJXJe9k6HqO64vcRDYmkIO0URC6hLoc2KRzEPLqpIPTAZzJQBBoTjq+uEhzFFPr3iwIYyN/6ZCBWKJW+ngKouvXtFBqBOEc5SLRbuVuMoP4H6vS6DJTXDwmsvFhhXCMiJQ3ws577FJyItalAvUWE3SSr13d0sGlMgrWMSZNp7wjEJCrSBdN0syIokg6E+hlgg4iIoCYNxMW7WEzwBKxrSj1M8wcAIvlZs6bDl/idbARC0Ztcd5MAtUgdOy8GCeFgrmZOIe0wMx55NcwE8h3pHlHCZ9zDMlEMj5E6cVHbl5usPW/Hzxz5izWrFnjnrKQjcB/dQSyi89GIBuBbASyEchGIBMBZaVKVX+GebvyPM87U+Yz9RxXM3Uk1iwIRakqj9UClNanlRKB9PVZMiUtlDqYOHaRY5m4K/fl7Abzdtm4LgwvIuVOhJ1fN29HOp970LFuSUngICQ7BCYA5c148ZzfnMD7E5OBD/OTMFL+a2aYcu/oR/N2tzP1N6KQOxtmBqbxzAJtgRYvvUTSUVucNzNQxYtj50U7KRRUZuIcXBCBmfMQCZsZljCiSPl6QuBY805E/uJDkJMkT3m7mYX/92OG8nb/R0tkSzYC2QhkI5CNQDYC2Qj8WxHIds5G4OccAaWMP+fp/fjcLJgYmZ/AqkkpqU2ZCGG16eoHAB28/JQjiY43oUW98RJOI06kQeaxDfEvMYg3txFGJf716zST8RFpUAfp4wONeOmCrZOS1znToSPw3mQghZnhPy7x8R3SU3aRwASqstMpTCpZZF50qGdYoUzC+sWbQEbEPOnhU97VzzYSAMGXEYp8RVKDYWbUFq3dMB0utG18jUIITLSZDhiyVcUAM6P+j7uLgkw6IIoMsbjcTLR4iVW1FpeKjyL5xHwIzIRNvGSQEB9hoiPZmRm+GPeFSLPQENYrPQ6ukFVc3VIQ7CQRNumFcIg0jkkMcYuKSebyAFFEQgcpn19Chyj/zY8axWbRksXMmj2LmpoazOr6qnu2ZiOQjUA2AtkIZCOQjUA2Av/1EYizIyPzkwlISnlTysQJqw3VM0LC/3ChnE2SmHfaDV3gtHCmio1tSOe6joMQLyEXdyJA2ofniBmSVJgX3ioRrp2K8uLYYSZvV4cU6ZLCzPAfF/j4KVLIlbMCE6Sr7FwRbIJPl1u8QpmF9QdPYqSKeeKhlWfW+nR18OWE9PKl6YL3DXLioj4mmeeuIReOJBZYFGEWNMJggJlR/ycFREGG5KIjwwQuN4tpQgmrQcZ4XizPRJKbWeDNnIswYdO4kXxIRRwHCLQ3grBe6VMCaagrPqpANpikwiZCCIcI+ZcYjEwxyXzdYU5RpLw9IkokiPzP1ebkUK3YLFi8iFlzZuPFrK6v81nIRiAbgWwEshHIRiAbgWwEshH4/ysC0S97OZ6s1luCcmNfT0BqXBt/w+/SNEhOjZJ1Jb4ucdbx90Pwgifl6hVwsFVHVRwCHyhxqoGPu0nqvSRJ86JUnXEAM8cO1CvpPph+EJg3eLGYc3I9cJ0fKIIiMw9n6tPi00tHrog0vvcz4iK21oVLMnKnkdLMhAREwjGIACMUncGQSQBclgZzRgqLrdSKMu/vGMwsACoiCfMSoYoURIABZobrHESm+ShgBRsvsZxYhvdCJVVLicHC2GBmAkIxtfJEJGwY8Rh+YBJEkggih/QBKqFDlP+/HzXV1SxatIh58+aH//ycbElHIIuyEchGIBuBbASyEchGIBuBTARMhGdZQl5T3qTTTtGu/efydhnHXTfQBi98f96e6evYIe0i7oZn4PWk9ZSxgVmMlSamdY68l2ML4tBafd7p9cGCdXq0NApW9WkJ6uft3icGKVTDdOrZm2S1VUozw0xAJBwDJgsHrdaR1DgQmFhnzkhoYhEGpwwzC6SZxTQEHKV5IRcQeKjVBd4Icn8xYWbhxY5PPTK3A8+xRWHEJYORxMznLsr7pRWOJCUCTD9R0ClnTwgiSQTuM5HJ24Uzebv/X33zlbdXVlSSLdkIZCOQjUA2Aj9VBLJ+shHIRiAbgZ9vBDxn/PnO7kdmZtIr10U5L6Eoi1YVmwrgLzrCb2wowQ9ZdjCKG/+iPqY21KaQA7z4GI79eOaHqZowYCxxt8jQ5f6vyli31CCtIDhRI7fex3913bFDWoQXl8fgnIMOVD6eQ+zJhd4t4LiRX+kigVdk6xIwnSFF+QCsXWRCmLPEspBl3IqQhBjJyMzQ2QEzwyKN4IcP0n5BlORmICrEB80XLyaJOSFwbJgJxKUwvKJiZiIFBiIFRmac+HCEissgCuMbEaTtTFgHHBNoksGedNHiTHIzk8AB6pGi3YtkGFFQgEjV2NYZM8PMiBLuP4aEOU7gByn/81f+t4MTUYKlS5eG/zxx1apVZEs2AtkIZCOQjUA2AtkI/JdHILv8DUZAaZVyqxQYcRGpKjYVYN28PWPmxv/TvN09e/8AKW/lVbX2XBBkLhf85Hm7fKrWHwKt1ASRwCsKiuElnV+vbeyKAEptcTtT64AwEaGYt+5HEIkxMyyKMOWtouLzgGycNrNAZfJ2pe5p3uUicWyYCcSmMLUOYGaEH3PawYjHMUIebqiYZIi3YBu5xERrYubzEUSi3V4qzBstziQH5yxu/YIboZjFhEkTpWmRqhb0OCW5mZHJ2xNRRCKKNI+EZAlyEklyc3LFRyxJ5+2rV68mW7IRyEYgG4FsBLIRyEYgG4FsBP47IhD9kpepPFcpr1aQckiJjgFRAWTqVcD3AAAQAElEQVSgnDrO7VOki2HmkGaFXJXCROnwkcZxJ4lqq2FmgUupDS9WAgFBWuOtA36miCHYp2USxzUV26cHCPl9KtaYNA6B83/ulZbHrxVS0sZU0Ndrai9iCtkINK5BTFO/1Jc6HU/TvfoLHFOPlPqGXz03dDaUQ1WJxIBODciEDC+VDlWEYmaSO4g1+TUws1imA4gIKRByWRRjnJZMGC8KhiQaxg8sMVgEkfpbGrAIM4sh0vUS7fMI3UVLg5SaAKHIIrBgIDDvD5iJV0Vg8hPGkMzMsEj6hOMYElEUH6KSCRKJBElBbk5SRrB46RIWLFyIH6LcB9mSjUA2AtkIZCOQjUA2AtkIZCOwXgRMEoeQAivPDTlaYFwqMEmEQl4XGnVQomYmoapzDinJHKiHgxvqF8Oszl+ctxuoomL/ibxdfr16Xu2JqEZff1oySE/BTcJ0zCzG9XUmJi01c8bBu8i758sOKY0g3f88b9cY7jaAYZYG5b1ipEQoLXMdTksmjBefg+hIibPnwI5F4vT35e3IT8r7KjJmJkrgOBaiFaEGQmOYRRhgplYVgf0TebvPIZOz5yhvz8nN0YipOG9fsIDy8nLchmzJRiAbgZ80Alln2QhkI5CNQDYC2Qj8XCMQ/Vwn9k/NS8myqr6E93adHrUiZcr1VGbiVWvqyf4pUn3czgMWSG/clwt/CGTnU3FYz0y69WTfI4hNzfP+ehYpfD71BIE0b9Wo1tqbKLc11wmcRjI/SjnKyKlXwvJc4ZN3cJ3zOvDgnVBJy018pA6mQ1OgxTs2Mxmlq+sio1YU/BB4M8kxvJgZJjsEfjgxizCTTCACBzPxGHUlFXOyDYRUqsgsbWKiBeLMhA1Uw/IjInBOfU1zRDhKjx2Z4Qe6RJQgEiTCn73KAcn9Nz5mzJjBmjVrxAZvZEs2AtkIZCOQjcB/fQSyAchGIBuBDUUgpbTLv7TXy4/11NLFsrXzKTPxqrXq2OjHW/Vxo0hNIL1xEP+DVTY+lsN6dtKtJ/seQWxq2Fr6urw949/1Dm7o2MG7mOJUO3cJnMaN9DU+Khk7kbXVQ1VrsqEB3DItNxl6fmtRJMqIIGAzo7a4ziEjsrhzJN7Mgr3bRk47RKZcWVm1JTCTXiBCNabVpmdPKOat/OOEQBXv4mIwzAQQYxNGRVOI0rPFItUYotqxjSiKSChnN7348P/zIyepvB1YsXIFM2fOzObtikW2ZiOQjUA2AtkIZCOQjUA2Av9tEYj+cwv+z3vW2UCJtDJhi7Ni50E0kBaRKbIKZCruIb1hksSQwu3FBpwS4aBjmqh0dYHAatRIlFIH96W3LzIT5Y5cLv8SiFKVzP+klduEM4N4HyCF//smgR8A5UdsbRf1imuwddKkjsG5lDcCE4ShHDu4wEEGNc57L/kWi5krgjA0GdalhukYYdQIp4xQHIWNocMEOkDgWELvZ2ayFBjCAi0skt7MMIswExYfOXYAIgfRfiBxMLNglxKWSnrD7V3nYPKDIKYTJESTLj5WZOqfckhhkju4LVGEVPIVBTCLpI0wnDdhwA0MSQw/+IV+KPwpNeZgRJHJTH0i9dX6/fBkOkQl/eVHTg7+r8iWr/BD1Cyqqqp0eb0z2ZKNQDYC2QhkI5CNQDYC2QhkI/A9EVDqRkp5o5IsMOVegkAA6fSMTMlkVsqwcdrMMCkDyIdjsUgc9G4jjy6KwQWCfy5vj7sgp7V5u4vEowFSmMYQ/Fje7n1ka2lwNuWNwARy4m0AuUVmyiFRDo6KYaYxnBIWqq0Z1iQx4p/vz9uTKMFFZng/M8MAIWKcSue5hpnyXClMeW/k2AGIHJQDe44cRYZZDClhqRBHJDrWy9oizCFynAg6tyNtY6YeKYcUJoWD98XtxYd83CJMAMIC92/Sob6ICFLpQz/J/VK4HOnNTKhe3p5IEgkyf642mZfLsmXL9PIjztvVPVv/YxHIOs5GIBuBbASyEchGIBuBbAR+nhGIfp7T+hdmpaTXrVPeOG1OEM4YQSbW8B8RXl2YgbTcMnLH9WVpf6ngLShJucxJ9yEco/jAkqGRD7woOzfRDmFGMpBIEmIIviSkXjHRAp3tsJQIsW7hpGOX+EVzbKZxA0Hszw3w4kLHArcRqlWlafeHdA6ui8m4n/M6HmE6gGTkZiYeFQPRuJHIQKPiMoER/6REi8Qi8X7AEciqtpqohAwi6RFETpvhvB9uJJJEvGQIgsxfRmCYOZDGoqPIGQww89axg2jxZmksOzOLbYRF4MXMwrhmjiNNJyEQ1njJZIJEFJGTfvlhZixYsIC5c+dm/wUZ2ZKNQDYCG4xAVpiNQDYC2QhkI/A9EbAg9zQy5GExWycTZfiPCK9umIG03Jx3XYDY1pxWjiYTpah1BiEfdV1aFCPlz5JlaJFxVZJucuAQ3kzIQCJJiMH9yzv1i4kR+JwsWIWMn5TFWIhIJl7NNK4LBKrK813q4JxjgdsIaWi1cXXa/SFdAIljMu4X6yNMI4U/aSulmYlHxUA0biQy0Ki4TGDEPynRIpUPy4/yXjOTUV11LiGDSAm6CWRFJJtEFOE5ukhpLcgQ47IA6mhmLhI4FqiPGAww89axg2jxZmksOzOLbSJzA7yYmca0II/HSJAwn0eCkLf7P1rKSeL/V5+ZMX/ePOYKKisrQx+yJRuBbASyEchGIBuBbASyEfgpI5D19YuIQPSLmOUPTdITeunNTO3/pOow8iPdvtdzeuz63deexvf2rN9lHbp+nxQZrjptleFTzmcY0YEX9lpPTHDgAgedftzOIVaA63VmwDeCz93MDSMsElZlrSKBCdTJzDGYGZHAOSEQYRYazHQYEZiJ19h+KEPFuSiyuJ90JloMpp9E5H2oK4akAtm5GcJkiusEEBqhDEYlTYtCfcxMyDSMAYIIkAwTYRbkiUhjCxJRREKHp0QU4Qcrf/mRm5sbzJdl/+NEsiUbgWwEshHIRiAbgWwEshH41yOg/CvdyayOdlGcmzr1Y/Djefv3etjAIGvPYm3ue/2spVi7T4bzvN1ph1rzekz9qdQTgzMZUO7sdg6xAlxvSl1V8RCauXEkWliVtYoEQW/4j6vMLOS8BohUo+qEwOTYzDAz/PVNQKKci5SERxKYiYtiMIxYTigGSOQVM+XQddJAEYF3V0soMQOZjqSL5GaGmREJIKZxWn4duzwRaQxBIhJeN2/PycGApUuWsHDhwvB/fojN1mwEshHIRiAbgWwEshHIRiAbgf/SCCgV/WWv3I9BkWe46y4jJMkS1te5zEXhJKFGupSAtByn/Z96ySbQOng4SUYfGDVu58jlSsRTwpFsfS5CXqX1mjZ0kpg2M1QDBMN4GrIQoTb8izOCJ3BD4hL/y7KYjn8jRfaqLk/h9hYr1dbnXI/0sSsT5UcalwjMwTCtQRSGippIATUTEUvUWgAkU3UUIBITNCkw4mImSmBmWGS4whwFMMwEUYRazIwoSmABJJM8/jV4l0dEJiuBDGWXpkkXLcwiw3UIkSluL4GmFMJrZpilQTYm8G4aTXKIxETSR5HGy0AiIhEJdJjKSeaEf0GmbqxYvoL58+ezctUqZ//7oKaayjXlrKmsCbH9qQJQXVGug2ll+k9A/IDXVDz+6jVVP2D0s1CtPwnNfc3qcioqq3/S2K0/kO5vXaeK8nJdJ43lN8KGjH6mslRVJeWr16At9iMzTFFdVRHvm8wz+3t6+J8zCfu2oor0XzD8HsusOBuBbASyEchG4D8bgRSeo0aRrT+McjEpCUC6uEykUj61KVyX8q5pufNx3gyBJi5mbhTToU2zZiJMGbuwWnWRTxnErQhJvI1BtiLMDNUA4QNcxia5Pm1DGze+qpjKtPGcYy6V6eh9BSncPvbiFvW5WGr4mCBMPJIJuyxSY1oDmH4A8R5PMwMcvDVRJsJwcYCIOK/Gwm+eGIgSBKVhZrgfDETWA5M8wvxHiijk7AksioK8ft5ukazMQCC1kGjSRQExEx8gLXPkPB4BrTOoDbM0SG8CuVWL5BCJSUgfRenxHSei2rw91/P2ZFLOUixfvjzk7atWr+a/sdRUV7FGOVXVT5T81HjepVz2x3O0fzHayuOqK9cop6ug+iea6w/OoKYKz5MrqlI/aPbvKGuUz65RrCqqf9oxUtUVrClfQ9VP7PefW2uKmvR1+qn21A+PW0NVRbwvarRHfth2Q9oU1eq/Zk0lP1245NPvg/JKnSl+5NpqzlV+xvXxazY0v5+xzM+SOvOXV/ir/P/0PFPh+4VyxemXFqaUx0ln7sqqGv+U/8FApcK+qUCmP2inD69436+u4H8j+j8ymaw6G4H/7yIQ/ZJXZJq8A8StP3mUX2NmAuoVA/OlCqPHiiMzTHRcRYmPabVi1arGhLf11T6OlCBh0AWBYfgYCBMX87HipF4kMpeFPiy9CnBh3GAmJg2iMCX4OCFP7jUhnKnmCrPAptLYOTNDNcgzTcrAZ2BqzdT6QSHj26RzGWDmo0SaX4RESEVcLNCRhJEEkebt2KVBJjmRgWOEAScdYjtUDCMSqDUwM0zzEKFqZA4yLkuZZiswi21M8zL5FweSOcTIFFxUzEUCQ2ZkipnLBRg4DYiq15h4gXSR5mJpSOilR5RI4P/vR05uDrmCqupqFi9ezKzZsylfswYz47+p1FStoqysjLJJk2nUdTO6NpzEROdnrYnDsGZ+rHfZD8CcqirKl8pP2mbmnJie3HpTNtu0EZOCfDKr1vm0T1WVx+NNnExB503YuoTa8VbVz5Qmx/7KyibG86rfLsnoysi8vpoVxnN5fSfqVLOy1n9Z2VIJvJbXySan1+1ih9WTanULley6KAM1axbFuokL6fzrzWlbOCdeS9kCfcmvmyljuAFcPtHnFkP9EWuq09ejzHUzqEi7SVXFY03UdWqx2RZ0LJjMxOBj4dovl1ZPjuek/gvWO2jOrdVNSs9pqezKAsylfh6cqlpaa1tWNo/qynoxmrQ8PBXTLgJKrV5QZ79oFTU1NXX87HmBnriiEZtusxG5k3xtZcwpTy8ueFCTqmHFdNdNZHKiNZtv2phJEyeGvhVSr1V1HX2fTpS+wUZbUtKmRrZlsp1IeVW9a14Rxy1eo+vXgQWrWS9Maw2UZbIRyEYgG4FsBOII/HBbmz1lHu3C5qC8SrVeZ1laJF5YbcqRDByJVRUlXkRcxcZE3DpbX137gSRh0AWBYfgYCBMXU2opG00pyETKIhXesYSPd+kJGrWudIAgMU9C07x7TVBXzC3SupSwSRXAaSfEZ2o8dko9DDNBFBEF37IwB8MC8lGkEycztRKGaoGOJAwWKbQGJDOCTHIRIJzC8GJmsQgyEuFIYBobzAyLIicCncnbXenrcTCTjbmN5hSJxoI9Qe6k+BQq5iKBITPi4jIBMeB9pBACQ8WEHORbQtNcAihf97w9gP/JK+Xsnrt73r5IefvsOXNYU1GBmcnHf0tNUbF8inKdMibNT9BlKsd3nAAAEABJREFUqxKiSRMDX7YinfuUz4r5kNutk/PUky3265WqZvXc2GZS1IJNttmUwnSOVra4cq2gfm8eVc9nWSYJT/dc7nmq8rTJeR3ZYvOWTE7PdX55eq5pu/n1faxHL/zRnFp3NlXli+J1Tyqnw2a/on11Oi4L669jeWwTxlieHn1tVL16SZ3N7JV1SuWo5YvSsSpvSMnWm9FicnqM+eXhqePGs4Lv2O57Y+ZHmVV156uFC6aGMSdObclGW3SkOu13weq6fxS2ZtncYOM+56/ykdKga7jE45wed9GqKmoW/sj4adv4/FHD6pluP5FJBV341aZtWJK+TtNWVNauKz3a2qhqDTPSvsomLltHV+88M2VJ7Ze9Kb2gWhz6TGJV0w5s8as2yt/jOC6oWNvFhrlqlof+E5nReiM27pTP5LD+WazRm5CUrpPH6Edhjla/sqw2pmvCGXYiP3r+0ErC2Un7ekXbzdi0c4H2dVnws7Le28OVs2KZz2PlOusqr6dbE84sNSxPn5vdfnndZYeaejHWuoMvXfMwB/FlZdOp7756zYowF/dTtkBrrBfE6oplsW7SbFpstDmbtsycGeeyZu1bsl6vNDm/bj1pSYxSFUwJ84j1tXPR9wuTg3wiRRprk9KGxN8FlLG8ot5g+h5garBT/8nr3JNV9c7s05Yq8gqHXj6GtXmfxfEU4jbFihny4XLBtOVL4rWKLptSb7zYWG1Nnb7M7/N659zy1UHnZ+6Wm29KkyWT8DNn2ZL6zxK50N2xZkE85sTq9vxqs/asTj8/l5VXu0Ed6OXmAp+LvseoaNmFLbZtTxyfMuatXnt+q4Nd7Ld2rbWyFSEOdY6zVDYC2QjUj4Ay1frsL4sOeZmmnPJTiTPKb80Mk0zPG+ITi5ggEN5ADSrvW8/HumaudplcOwIn6joChif/KcnMTByExmIUuUxAxhEEdeStbFKOBW7iEEmmiheTXAuh1rcMVDEzCDVFBE4Gm5iitpjWlUpzZobODETCeHGn0jsZHMSND1cr0hCQtg/IG4EqELRYZESJCDPFgRhM2Ex0GiLhyOKDi9MG8TwkR2Dox7GDT9JxGuRZ1ppWmGsKM7eNQP7MDHBIQcDeOi/sOpGaBaEE3gUxmMaJHBKJ2n85logikuL97wb7n71yr0uWLmWODlEVOkSFvcaPlP+P1NXli5m6spRrn32Xb6bP4a0Xn+bFt2cz++sPuOeUKHz4l21xGs+P/IwZs2cxc+YMZsyoB87PnM3cKcM5a+UKttzvHsbMmMroZ27g+CPv5d0vpjBn8LM888xbzJz8NcMeu4ytVpQxK50dpSoWMzHqTO+HhvH1lDmMePlZHn/hA2ZMLWPEU1ezhZKIJTUKuL/8uGoA02bM4svXrtO8/OQguVd/+dHtWabMm8GEYfexUzpB6P78+0yetYARd02SvTuRcY0OPpO24/6RX2otMxn9+H7STRNsw9/7jWLSnGm8ceUmlGVegqxW399ey9BPypg39W2OVrKbeQlSPa+MSY3354GhY5kx8xtefuRpBg6fzNRvx/HczYeSM2ciK7/nX5/5y48trxvKtDmTeP/lm9lKc/YUtaZqOZMmt+XOt6ewcNZ3DH+yF5sum4En5ROn7M0DwyYwSfEe8vRT9Bsxm2nfjeOV2w7EE8oqLQ9/+fGbq3lzXBlzNd8TdICpewkyl7Kysxn0aZnWPopryuLEqtvfn2L85AV8NvAMOjWaG16CpMrLmJjag7sHjWXq/Pl8/vIZTC7ciCc+nMuC78bw1FW7KxFcjt8/Pmxq9Xwmbn88zw7/ggUzP+Kho/7EjEmTeH7CfMo+HszVR3fjkbc+Zepnw3j2sed4d+Y0vhz+HCd1mkjZvHSCmKph/sRJbH3Og7z/1QzmjBrEU88MZfbMibz3/LWY5pt5XYXmVzZpay5/diRliseI557ghUFjNObnvPl4b9osnRYn1xU6DG90NI8P/YTps2YS9q7v2RnTmT75Wz57dwA3HrYFlbPm8T2XypeXhWwEshHIRiAbgX8iArWfCZ7PORPSMYuzN+fryb/PnbniR2xd7Wae9jnGibqOEikzlMzTYMN/ggiRXgl5qvSZDzGDIDdvDYnViHYTh0isKl5inCL4ltJMEq8ZTEo9CZDCi5SOMqAYxHIwOVZaGuaDF3cqvZPBQdz4hGpFwZuFloC8EajKRnKv7jcRSZ+Og2tkYJbmhaMAytuJ7dQNl5mJMskwzNLgk0zTCceYPGpaYa4pzEyQAO9nBjikIOBMK+w6qTQL4uJMHUSRYVFElEjEebvoRBThL0D8N7Yzebu//Jgzdy7/fXl7ilVL5tL4Dxfz8vvKY78bxUtPvMCo2bOZ+NGbXLONclblSmXbXMiA0V8qb5+pfG9GnPtkcnfPgZQ3zZvyFof5l8ZTKtji+NsY+vF3zBr1Gs89/gzDZ83gu9H9uXK/hPLGNeFS+Zdwd70zhTnS1eZSwZf8C/v54NtPhnHj78qIX4LUqG8ZO1z2FB9/N43Z7/bjyacHK6ebxFfvPcehjTXXhXH+5y8/Tn3kTb6aMiuer/zNEMycNp3JX4zhlZu6UbVojvJT31NhOus0KcqVc6/pvB/3D/6IshkT6PfMk/QbO4tJYwZz3UE+lxXqs1xz+htPj5vEnOmTGXb3H8Uvl7yuVq+aR8Pt9uLp0dOYr/j+4/xdKPOXIKkqZk+cQof9bmbg2K+ZNv5tXnj8aYbMmc03H7/OzUe2VV6s8RT/C58fxcTp6bVk4p7BM2dqjTMZfK3i9JtTeXrUd8wY+wJ77HkWj73zNXPn6Bo81Y+xs6fy+VuPc8jGugb6Ettffmy5/xkM+3oB377/FKf+qYzwEkRfhM+dmMf+VzzBx1PnMW3Mixzx23ImHfWizkVzNJauT2bsDNYcZs34jvdfuZmtNd+yskm0Pe1Bxnw9k9kjXuTJZwfx9awpfPnes5y7nTFxwSo91epiVEv5y4+Wm3Pxq5+zYNLHPHr9ftS+BNGX32Ut/sBNL47VHCbw/BWH0lQvQar0Zf6cZcZ+1z3L2G9m8Nmb/XnqyYHMnjWbca/dw2EFZZSV146wAaKcsrLJbHvFAL6cOpPpg57juVfeYWbZ57x256m0KZ/IRJ0l/jF8CnNnz8T3UdivtWufwcxZs5j+xfvcf04JZb+/gw/1AmHqyNuZvmVf3pwwhXmjX9X5403t1emM6X8d1YpROH+E2VSG8X9/w+tM1Jw/H/AMz7w8gtnTvmNsv1vZIr+CFRXV+MuPv1x4Jx+ULeDLN29h143LCC8u5KN8Vhnbdn+AUV/PYtp7D7FxS5hdls9e5zzBOJ1zxw28k73a6SVBlYxrynU/bcT597/ON7Pn8/nrN/GnEsVoaQ4H3D2S6bO/4a3HL2djraFC5v7yo+Hmu/Dk6OnM+mIEt5+yBZmXIJXLZrK48e+57cXRfDt1CkOef5pnB89hxpTPee2+YyjWmXtBtZxsqPrLj9Me0jWbzvxxTykGZbFVzUrKJjbgkmfeZdKshUx59x66lJWxZrnmuHozLnt8GJ9PnMFbzz3Nc88PC2evYc/cxB/8/l+qBfrLj7bb0GuI76GPeOjqvSnLvATxlx+tduGWl30PfcKzPbvRqGw2VYVNefnTBUz5dDi3H6lxFvtUUiwvm8i2Zz7Pp7PnMXn86/Tc5QAee+czZs5bwIBLJ1G21kuQGsq07+/UWXrulK8YfKfu87KtuU1nyanzJnDfjJla00dMmTOXIU8/w+tfz2H658O59a9T1S/zEqSaORqz2SG3MezTycwa258nn+nPhGnf8mG/f/CnrkspWxTbptYsomxuIw6+5UXGfDWNjwe/xFOP9mPmtCl88NpjHFui+U1dgxd/+bHVk2OZp+9dwt7Vs3DGzJnMnD6FiZ+N5okrt8dfnCh6bp6FbASyEVgnAtE6/C+KVRqs1FmtOcRT97OBU548m7nclIG7JAYzQzUwnpc7BAOTSBB4z58ygAuDhQwQZ4IYu20MbkwoqXQKEKzSYv/SPIAGTglQAo/j0AMMlXp8jViv5v3VeB8n3XcMrgW/eBaToZVpwMQehQyziCjtO/R153IWSY75usT4nEU7p06YKXrizQyLBNQBJjoDCdECzGcSeoaxIvVxMMA1ZiLUmMstno+JDiA5Fsmthd8ESZgRCcx8Dt6R2iKR7DRfLVRtLI8vABlLx8FOEjPDLAYMrwLDzPD5xRCPbZHm5aBDVU5uLrk5OVRVVrJgwQIWLVpEZdV/38dIqrqcyTOS3P36q1x++B/YuH0rCixJYZPWtN7kt5x8zShevaoZ1BRR3Kot7Vq3oW2bdrRrVw+cb9ualq1a0bCinPyGzWjTrj2d/nA0va8+hT9s1garqILC5rTtvAm7HnMh19x7I7ulylhZWcHMnI3pc909XH7SrmzSqRVFkUGDFrTrWMKfDz6LG17uSZNJU6j0hKxJKzq0a0P71k3A97TaUFepLWpJxxbtaN+mGQ3Eei1u0ZaO4lXF+o6qZs6kuXS791IO/u1mtG3blrYtGkpXIWhA05Zt6dCqA62b5EK15oyK/6ucBk21pg606NCaRhKtkKsavXSZ/MfreK/fTZz81+1ppxg0tGpyilrRcaNtOeyim3nxnvNpuGY29f4xkHrH1b9sz1Ocfby2LZuEOVdWr2bSlLn0HfE6Z+/SkZpFX9Dv3sf4Rtdpeqs+jJ75AKfsuhVdfKycBPmNWtOhdFsOPP8evnzyBKYoCauuqlb8mtBa16BlhzZhvsv8HgrD+iGvMa3adwhrbxJkUNS0Be06NKNdq8bkRMupKp/PxLl7cuOt3Tl2n+1ptmAUDz//Gixcw5RZK2mmMX/7uz9zTPFclmk4vxYrZy7l4C23ZJttN6eZrdJLtcl4VFu2bU6Hjbbj6Itu4IS/bEnzpEneiFZtO7DZzgdz6f1v0menyZStrGGlDiwbXzGcl24+md9v2o5WRbkk8xrTum1Xdjr0Ut595yaae1LtLz8Kz6X/J4/S5/A/UaJ4NM2PSOS3oF2XLdjt2F4MGXALc6dNokIvlMhrRIvW7bQ32tLO967vWcWnfeeN+NUf9uPCq67h/OP+yPJ5q+vvqnR0sigbgWwE6kcgS2cj8EMRMExqw8xBpFfzBkxPWDPDzPxjg0wxM8lizj+uHIKBSSYIfEq0gxC4MFjgxcSbE8JuG0OtMSnllK426UmLUzJSJeTfGh/PPYTNDQUBixcZqqfWTvg/OgpupHNXKeIf1zlEakJfYa91dJpSv8giDRfzYR7uXM5c7n3co2MfJ16lYWbgVdg0VxOTASSLBKYc1xKSRiZbn4kQRuQgmZmJIoBYEeJFRJI7BL/ygXgHMyORhqAX7XJNlUyJRZKYz1TYFSGwKSRyDjMTgFrM1NaCyxxiWRQJC6JIM3YbYaejRIJc5e3+D5cqlbfPnz8//NZ21X9h3l61Zg4NWh3JrbdfRbffK49t0YioOkmj1q3put1unCtjnE4AABAASURBVP/4F9zbDUg2Vt7eTnl72+/N21u0bEWeTP92eg+u63Muf/11KW2Kk1RX5tJUeVLpjvtx5mWPce2+0/EcTaY0a9ORVtK1ayvfGZym2wp3UI7etECWyp0n68vF4x/7lOeuPopfl3agdeN8chKFyum6sOlOh3H38I+4op3nf7BUXRq1aE175a3up537FrTt0J7Om+/AgRffzivXHsS0yUt1x8l4nVq5bDYN/3wm9z14N6futR0l7ZqRqIoUgzZ02WEvzr16CI9eVETZlIXqWUiLtu2VC3dmh/3O5pqOcykrl9irXibMm1PEdn88jb127EDztm1o2rgQVq5h2cwp7HTpCzxz10Xsu/0mdGjdmCiVS+NWrdn413/TGE8z8Nrd8du5qEkb5ZxtlGu3i/NOzz0dFKN2fvYQtGysARsoP/V1ttuGPrdfwXF/3ITGUQVmhbRq3ZEt/nIst915PUdvk8/0ect1xmpMm/bN6NC2JY0LFDd9t1q5bCqt9/4rBx5xKL/u2ELjtqJRQTU0bk7LFq3Wn0OYR1vatGlP6+LiEM9uD47itWtPYodN2tK6aRHU5Ohad2KznQ7n5ide4YotjImrqlivKF7lyTyKlWM369COFk0aQmpNbJaSfbKAJi3bhjm0aFKka7KMhYvK2fe8u7mux+Fsv3E7muUlqI4a0rpNa7bd4wQuf+wRDpxRRuaXmVirVOjLZ6NXv3E8c+l+bNaxLc0LIyy3KW1LtmCPs6/j/hsvQiugcbOWtGzdlrCXfM0Z8Hi30bVp3ZqiwgQUNKNt+/Z07Lwdo1+6gt226kBuqoJkfgvt1fbssH8PRuv80czPH7q6i8umctyT43nqgr/RVXNumg+JnGJadyhl+wP+H3vnASBXVf3/zzlvZnY3vYc0QpJV6U1AqiBIVVSqICjSEbsgikqTXkTBilhARXoREaWLAjZ6DZCEQHrZ9LJJdnf+33PfzGYDQcW//gzy7tzvPfWWd+a9mXPnzex+hssv+hjTX5nFUu1Nu/fpxxDtr4YP6Ue3BlgeJ4eOp122xj4DNO8QRgwZQKXUwWKMHnrOhuoaGjq4P93L4V9l4YTJ7LX3Bzho/915+1oDGKY9cLeKBllcpUf/IQxfawRrDeija3mZVqfwt6/AG7sxSOf4EI3Vr1eDTpR2OpbPZ9mgnfnuVb/gc/tvzdvWHkxP0zjdtXcaqdgdeS7X3/ldtn3pdWKfX6QMU6wGDBuojporbs5MmMtnf3oZn95ve0b1GM/3TrucF5pg0rrHc/UNl/PVj+7MBqOH0a+hjWrjIIZr77XzwZ/lW9rfHrr+YqbMb2VFqZE+aw2n/4ihDIxzqH0ZqVR1gpe60XfwsPwc6tNT72eLaVc7WNf4iOFD6B9Ptk6W1gnjmbHz9/j+BQeyYa82xt7/E75xzY/4c4uz1sD+7HrAD+nVpn1hGlhN+wQ1Z7HzjmsxoH+ZOQ//UnIP+g8eynB9frDhfTM57+B3snb3CsvbywzQ5xzDN9iJz//0Rb6x2cuMW9rB3HEvsdNFt3HTeZ9i543WYUjfJjo6mhg84m1s9aFPc+n53+CgTVtpWTif8T0245yfXcU3P7s/W647Qntcp817M3TESN61x6GcftldnLk/jJu5gjagceAw7V2H5K8fOmeHDRnK0OEjGb3h1hzyhR/zx8sOYuK4Bek5l3tRiwgUEegSAe/CvynZeG0OoDeGRKt6wU1v150aUpE+2ZOQN1ZXiKpGx9ygNsmiUVfypllCk7ua5bKFKppA4uuMhEj0g0ilKq5WJWhJ+Xjia9pOEt2q0odPKMUGqR0Z6e/3sppiZpgZakhFvKGHaHSOzVRQs1znplMgEM4GUqcmE+MBDBHpAIMEwNTHzDALoJJTd9PbDkjCTK3gAfckEzQhwy0jky0DqQ1zwYSQDdlRH8AA6XNF8maVEnYpzAzT2OFrJoWqhsT0cCnMjKBujntWg1MqlTrRoE1UKctY2tqqmx8tCa3izYy3Wln40mQ+9NP7OXbznsx96UFO29HoObAf3SvGgT96Eu8xlB0Ov57T/3wKu6/bHzPD3Gg472G94S5n/O+/wyaSzaRvWp9TFpSUgHXQ1u5K+AaxbOxV7KfEeLASsIHdMz592UPMtj688z27s/MB72fay6+w2Tvezfv1wXjHlMe5/HMD6DZgIAN7ZtjHb2F2Q1/Wfde+fPbQNl6OJ0cXTeSOHav7e0UdHVoTSjyqcfqHN9VqrlM3yR0sefklhhz3I87cbzP6NkilunIs9Uv+HepXvyrlEDX0Gl+Dpzmq7XOZUDmaq792CNs0D2D6/d9M5123AWvRt5ux5cnX8EJLLzY99FN86p0b8PKS5THKa1DVwqoasUM0jmv6y+0cde1znL5jf+aMu4sLdvwQl46dy8tz3s9N13+RrYc2Mu+5mzlqqOkmVT96NRk7f+MeZi5rYL1DvsPdZw3npRmaJsarrfdVRxJGHUaHaIdmFlGNdeTuVbSXYeq09fnaZSdz1L6bUplwN+efeTLfvG4mQxY+ysN33cJT80o0b7w5Wx39XmZNaVWfJUwfsy/bbbUDb+vdyrMP/ImnfvYXjQzt2oNVeg5mUMNEvvXxRroPHMiwgY3Y3hfzxMKMtdbdnD0OOZ2Np01g2ju+wTWn7kSPpbP4/bfej3Xrq42nfHe+lOeUeI941/Fccn4Dkya/m8t+8Bn22GQtKnMe4aSNjUqv/vTvlbHhSVfx7KwOBuzwGZ66bCdemarkOeKRXmxf4opD30Wcw2aG2Xu57O4X6Bi0JfvusQXrDZ7B6m5WpQMpmiICRQT+uQgUXm/pCJiOvg4wPdB7qlB7Z8415EVvUJZzna1emhMfNNnkkxRqkiwadSVvaY7QBcxy2ZKgJjFB64x4vSeoJTp20SY5pku61LBKiW7praSmrbtEn1BZnQmhC8wMM0MNqYg38keEJd6Dg5pJp5zKzUE8UYyclew1GHoYiHSiKsEC8jETZ6gYMZS7oRHDipn4BMfdkywGy8R7JtbJzMhAvGHqayYasiH/HIhHepI9vEPBylITzUxuhpqoRFEXLB41m4tm5mRp/lhD1pmzl5S/NzY0kEXevnQps2fNpmX2HJYtW4aZxXBvIVSZMmkxH7nsAt47rMqkv17FkaUmBqzVj26KxSl3zaT7oPXZ76zbOP6WE9lxdO8UI3Nj1+89qZxvCc/efhFjJJuZcqyN+OaGu7DdHnuzed+5PHzTWWzZ2E8fRPehbJtywzgYoA+Vd/rIKZSnTUlxTufq8nn85gwjxjUTDfgRPN4GpllSij5zAkPPuINLDt2I7h1zuP9bu2KNvejbrwc28OPc8FQL5YHv5KSbf8UHpmkioNqh3NT1wemtzaSxa+vc4Rt3MHVpd7Y64Eh5zSZyZjGdtdqxgpbScA773Cl8YN1uTHnkRo4cVdIH+P1pMOO8u6bSba112fXgs/jMAC1SF1tHzKUReg7Zkn1+cDHb6QN3fZ5J29JX6PfuvTjq8G3pg4r80jEzh5nDPsPFp+3HOk3zefr2b7C9NTJgUB8aNcfX75yE929m14+fznePHcxJu42ioZTHZvRBn+fx+bB43O18+f25zszY8pMav7FKh27k2ZC38fa2ZzllZ6NxwDAGDujOhp/9CU9Nb6P7Bnvz2b23lbNipBchLYlYv1i0YF6evwVHfepE3ve2huTToT1LtawYnv2edF6Yac63fZm7tJ+g40W+vaXk0GVNjNn5aO77yrVcdMC76N8wjauPka3cjYGD++oc2Jpv3vsiS/ttxhe/9QWYOhE9Q7ymaCHpudPCOsSvYpdc1XpQz6r4DpZT6t2HfQ7YncGLXubOSw6R3J+1+nfH7Gu80NbIiPV35+PnGNMnaAOx6mAsHfcKu178PT6xq/ZxpYn8bD+j1GMAA/qUed/Xb2L83EY2PegYzthrCw7fuJvG1PHoPHrPJXcxs1XheuJS0rllRtZ/DB/52j1Q0eratFdYezvWnXI9Hx+c0WfwcPppTzH6nDuZ154x4l1HcfFXdG7qpl7Lludz7E5r01iZyS/2MCq9B9Jfm0o76Rpemmus8/7DOYdFzAPimOPwO58v6eo1bAoZHXIIXt7iqzo7oUMXkcLFiqXTmLfVIRz22WPYpF/es27T4KS412Jbzc2pjfHCjzRObombMgdd9BM+slETkx++nmOGWL7n7pFhW57JY0t78Y5tP8gnvnmAYr8orSMN1rXRWvNx8zNh3ssdHH7JjZxwwI4MXv40lxx1PBfc+xTTeu7F+Z8+mr23H0V51qN86/B1FKchDOrlbPCpy3hYLyfDt/sIpxx7HBszm7TOFIwO0virzKmYhA3ZIiiypeOrqpuOTxWWTWXJ9mfwyK8+wci2Fh76xfHs+bnr6DscfvCx23h6cQdNuo6uPBpemRVrr7LoJdjjugNZX+PNfvYuPnqlGNWOjnZWMIDt3u3cctLGeM++usnUl5KdyG9emAONzRzzg/NgygSqR32L0w/cmVH9VvCX7x+CNfRk8OCe2P5n84dxSxiy9Yc4fte9WT5jFocd+iWO3W9jeiyaoBsmB+PdBjCkfyO23Unc/sIy+q+7C0d88mw+8baXSVv5eAaqC3nk+hNJ56zOYzNj9Kl/pq3HINbf+UhOYSbTFActu6hFBIoIdImAd+HflGz9ujat3jDi9YCgehFARRq1UauhFVPNXcSZNGapFReK3EcqkkKMAWaWgEFCbYQQXbYIYvAJki3Z87GIIgczS11jAxSqQFWNBYJRn2QTn16/wyBbXg0zAZNYB5IsR9gSSMXM0JSyaTCNGzV5ulpBBgJmks0xC5pDAgZCtEEFsaZ+CTVfgmoWC2gaMzmFD2D1hzmuTZN7PgcmGryQuXiTp+DRTxShKhCyq694s/AB1BdqfTAQLCeQeBcxzHKIIT8ZJIsD0WSLcWuIOYTMnbjp0dBQ0aYqI75BNnfOHFqE4M2Mt15p1dvmVhyz+ztg+Rweuel4vv6HtWhubqZ5zFCuP/pofnDbn3j40amwD3QfKr1sQxWonXuU1BquJPntwBDpm5tHs1aPiiSIp7L15b9x7S9O5iaGpzHHDDW+c9XPuPev06DfGN41ekO2NiW44+7ntGP2ZPd9388xl7TQWa48kbHKiSoNTfRau1ObMx1KVMXFz/ETlkhobY/LQMzr1ZepbPsZzjvm/YzpM5eHn5qZHP+VZ75t1hzedvCmvG2dYfiku/jqV7+wytwPn3cwv3zwaZZkY9j1Q71BG5g02WqbKh3ty5nF2zjpJzdx8YHrsvjlezlvvd25MGtm9ArF5PMfY8vhTXqeXuDb6+/Lj5ePTjFtbh7JfSe+l2N+NQGsiQ13O5WN6VqqLJPY8dIEUpzSHnM5KVmU/tW12rGM8U/Cp757Fsd/ZAe6vfwQ373wS5z5y9mMae6hRLkHtz75JI8+NQkGrMvWG7+HXXpPZvGiRWy8+UjW22g02YJJPDb2CX7T1i9ZUYa6AAAQAElEQVQf3kSWTucvt13C56+sMjrOlTEj4c4f8uOr/syirD+j37EBO28AG562F6PlP/PpG/j0539TO6+aWeu+z/Kpb1/PQ7qxMq39I3DwPmw6ei0amM41XzqcC58aUovHKMZdeCifvv4RFrTBBnt+ni01/crqlHsMYmWZxpz589GeiBVt7bR3+EpTwRURKCJQRKCIwP9XBPRyjumRv0Ea6D0fFXFqo1bJ+WruIpVJY2Y1TkSWJKUmZJMHmIkKGCTID5UQXfp4NQ8+QbIle30+OboseX3NF46krunkX5WvsGrenjzwNG7Oky9CreUIWwKpmBn5mjRYrCWIdLj8BXUiYCZZSZRZ0ByIz/saURIv1tQvQXZVws9wEqqGWQ2AuBym/DiTT/SVHcnmkkUzF5WXm+GuHqIIVYGQXX3Fm4UNMAcCRjyI1kAE1FjYzTDLIYb8eZCMSk1v8qvDNUemuTJ3ylmJRuXtWeYsX76c+LNXKW/Xh5VmxluvtLOCrRg061nuu+1WfvKdQ/lJlyCctdvx/GEO9Bu8Htt/VR+GN45SPj+a/vIZ3lTC9Mgq3dlI8tCUi41h1LJXuPHST/PBvfZi14NP4WHZ8voEd/7pOareQM8e/dktZZO5BcVen/NJaK7lXk3i++sDQpHOuhFf3XV9umcw6bbPs9Pn72ZkzCmM5koO2PjbPKPcvXHYVnz8xM5OifHS2onWmwdaFtEaaX/7MjaTsl3oWjvaFzCg9w7suvVadLS8wH03fZWfTBye1jZyeD+u/topXPHbv/LMizNg27ynJdLOgkVlxmy5J8d8cTtmTZjPxKntHHLSqWzXfxkLZy0AnYvJVU3zZz7OBo0w87k/8J33nciDQ8ekOUaP6MVpnzmOXz6xhMbBQ1l/myNZhyZG6ViH9YGNB/ampMvEsgq9hgADanEbKD5VGZnCr773Xb59X7fUr7l5BM9ceg7X//Fx5nU0svketYXHa0fqU2vmTmG/r57FkXuMZNaU53l5ZoeWbMlYGTiStKcbKnGD3rqeNI9ldBv9Xhgc8VlHhrdzypZvU/yc539+Eh+5XKrO+he+sMsveWJGK9023p0vS68dodrXq1XaVyyVcX6+53hZ+6yXF7OivSpdXk1x6eHL+cFJ+7LrB/bmA5+Lb93nNjibu59twyoleg74mJSLhS61upgpfIQDN30H/bvDC9dcyGE3wagxiueYtbj9tB9w5dXXc+9fXqJppPoNWicd/yCxI7qVFRewUjeijNFzk2ITF0cocFgxgasPOZArl41O/ZqbR/HSV3fn239eBJVurLfzeclz2PJbOeW4Q9l755346B1JlTcXPsGEOTpn6E1MT5dS7WhjyVxo0Y222I9pJ8yC5W2k95Uufq9mF81awuc+ezof2KDKlIlPM0NL0Uvjq93+CXkhS9iG/bcexIqW8dx29oFcPr1Lt4dP5bzvP8ii7v0Z/fad+CDTae1ifg0b35aTcvczLuakQ3ZjmG7eXXHGqXzlumdYe61Ghu+8Hutvsi7dV7zCrVd+lzOveJl10vM0kme/exzfueEeJi0p8/Z3b8+I9damc2OqgOTn0LzaOaQPAiYvpu31N66s0GlS2v9UbrjiRDbvvoi/XHE42x97S7qOyo2jKS/8Elc9oOBng9jy0PN5+/wJLO9YwHQO4hObD9dRLOaZuz4h2kfIq4tMvv1k9rnwqXzfqvNlFN/g/Rffw1y9FjVttBfny+djW63P8KFNLHzsOs782a8ZODzOnVF0u/FH/PTKn3PbPc/Q0riAyuCBbLT7NvRjHn+9+2ecevI1DBmt87Z5DAMfupBvXfoTHp9jDF13I9620/uJkq4avda6bnKHXEffsZNZKKGqG6etvaCUHKUoahGBIgKdEfBO7s3K6H28KiDodYCEOJbOC76KJ1ueVoPpAenALSRUwtmkNzwGEIeoKhjE+HrNFYNK7itmZU2OK8WOGquumBnxCFUaR3KMEOO5SRsIImXY5YxcsNpDJnFVXHYzIzMQUQPBVEOo6wgGlXAGi01DTCJUBdO7oplhocfwxEsWb2YQFEgstSJ1Poci5pn6uOwmyG6IGq5x3UVJCky8Za64mTROsknnLt7CD+kFJ9nUYCYbhlRqLQGVKvEAdZcuKdSAhsFAMMxMjGFA3l+Mqmk+EZDdNUDInmW4Mk3PnMxdCV+mmx4l0s2PLGPJ0qXMmDmT+L8f7e3t6mq8NctkHfb+jBwAba0zGHe9Pvke3kM6VeumTdNUPrX3tuzywUO58K5mhuQ5o4z/uOrpYNH8OcyfOJWGodotqIt1Uwb+x1d4+ZVpLKQ7/TVgj+Yqc+c+ymzexgcOO5urr7mO6665XhC97gKGaE/VoQup2qEBUq2mtmHINlx97fXcdNNNOW68jqsPGENWO5eSU9cmdXsXhx53MO/dcACT7v45t06O9EFO/8rTvwS2G9SbPj0ylpcGcPBXbuSmm2/hlltuSbj5xuvZdkRPrQd6DStpkrQA0VdVHVsHZfquvSUn3XYVJxz4TsoznuGKk3fhQl+H5l7QqmXute5a9KhkdEx4iFM1xJi+rjZqGeX8/Oonj7MIo6H/2uwZ6gTN6QPY6/rruaEep5tu4Npr3suwpnLy6NpoKXQbvhuX3HAbX/j4zgyc9zg3XHkpX/vBWCWRvTQ6WKUn/R74Kw/99TFeWdbExltuRPPWzUyfVWbj9bZn03UyZk18gaf+8Evah/QiSpwL7csWM2Pq1aBNrSdlicEdU2h56TGmt0K3nt1pVA566MhBslaZMfbnPM0wtL+RDD2am3n+1IPYbpddOewrP2XH9QbRW32Y+gw3jKsq4WxIfijiI4bBvb98mhnL2mHASPatWdKLu/Vm/Q8dwzVXXcM1V1/Ddbd+h322HkP79Ee4596nmT5vQNqkdnYpmH8lAkWfIgJFBN7qETC94grxxhHvAQkRE70tBZEVpWyYhVNoDBPJ3x/EdKlmJt+wCuJVCeeqxHjf0ts+MR6hpEtJjivlehqhbpgmDxrWNI5ZGibGE0t9KNN6wx5y6C2YhKpaoSpXGTILClIKGku64INIkWpaY/gpL435dVAEPGQ5mjlmJpUlqjZRCA5E6Cym0eSL+vK6ebvh6TgNMyH4zKkGjydb2DMXL50DBlj4CUhvJhsmb9RaAipV4gHhZpLr1SSoYmayiRNVS31somjcIHLCw641eZYReXsmvuROSXKpVKLSUCETv3jJEmbMmsX8+fPp6OhQ1xiVt2Ap6YPZmXx6n23Zee/9Of3JAznlW1dw0y03c9NNN3LjTR+hd1uVrFKhz1r7QevSvx8jxb+6ZDFzXl7I2tsewiU/vjrPv5WLX6tc/MCNB2F06EPaDrV/f6jXWndjRL8mZWWLeeLanykfG6VsN/fyPmPEnMED45dj5R6stV7+gR8qke/3HPVZfvbza7j26uu49rpb+cOh2zGgYzYP3/U7HqOPxln1+a92zKVS2pEhPWDh/Om8cvvzsHYjUcqN/Vgw7Vccsdd27H7QZ/jl3/qGGnTsrJjDk/fdx5LeY3j3Xkfz4Q1mwb7f55O7DGfO+Ae55/HZ6CTFyMvuGwwV00rL+Ie4TKsY0y23eLk3zFvAC49PYEXWg0G912JLlrJM3v9UjbUsmMuTCxczv2cfxSx6NTCS8fxo/BSkxvuOCKUu/JxEG39hivd8ja98elf6zXqK22+9nZlVJ4YL+z+GNjNsz9C+fWhgOQ3rfEzn0c1pH3NL2s/czA3XbkNv7amp9GKUBmwVVl/1YljqwTu2/jDX3XCjxrlJuJHrf3AU71qnl7pUkYeo0dY2m7HTm9h+n8/y419e13nOXfOLq9hqcEacbNWOdvm+qq5YANuMZFBa7wxefGgefZt0jsbTYD20b32O8z/5YXbZYXc+ceNs7aFKrxrg9UXTax2LJvOktsK9B3rNMWMd4NQ/P6e2TLn3UD4obtFTDzJ1+TC23vdLtbVfz/XXXssvf7Yra/dukMeq10uc042Dt+Cwr16vazTichM33nA9n3vPBvSRe7zvqNNrqj6jhyN/zucPambFCw/wmzv+xpLsNW7/pEKbST7McJ2qlCpsfMj13HTLLZ3P9c033cyRW/VW6Et079aTwRp1mbDaGgvu8TauuuFWTjr8A4xpmMTvfnYZP/rRzfQZPYyO5UvYuG8PhvZrpG3mZMa/8hfm9FqHkmk0KzOmH1z5zHhmzlmq14URbNwkRYwZKPdivW0P4vqu59C3D2eLtXuqc1VYWcM969afzT54PfedczQ7DWvjud9+m62P+zUjtG/MQ+XE1vKCy25ktq6NvuvuyvG7wysTZtHwqQ+zeXy5cM5f+eXX0Noba4MbRjtTnvmr5BF0ng3Nsl/2F55Z0q73pT4M/eCmDO61Fj2zFUx67hVW6HW0oRLeGUObjdsvOp6937s9+3z+LrzSm43iBUrX+eQXf8szjKB7uGqmXvqc5K5JLzF+su5e9xnAsN7D6KeZ9cKrtszAt+3Mz39+Ndf88hpuuO4Gvnn6TvRZ+DKP/vEu7lnQg35pHLkWtYjAfzcCa9Tsb+7LwtBLQyAYI1760hu7xGoNYUXFzDDLfWAlH35GFPWWvSMEQTV9wys2ODGwTJglLYi4oEq9JL+a4HIIm0bELDhiiNwqUVV6ibIZRlRUxBF9A6GL/lITfAdoPbkm/BLUaAgIB6BzTZYLpo2CmUaTIfxyteEhOBA0lKJBXI2rcXdMNBA+bk7o1Eq0BDWqpjFAzlg8DNQTM3mmMSSZzGaY5MwMD4hH1OSHIC3yoF6skzFM9ugTKkmYqa0h6cSH3Ux61/Nr0gqxXjPDpHMzzas1ZRmeiWr+tIHKMr1JZZTL5YT5Cxcya9ZsFixYoASsjaL0oLEM7e0LmfsXRaNRqFdr1EarOUH3Kuraf5qaGb5K7ulAK8vb2mjH8LI24squRux0Dhee9xWOP+owDjrgQ7x/z93ZY/c92GPXXRnRTddVfklQL5HwNA7bgoMO3J999tknx74HcNB7mjVqXEV1z5W0Q+rmTxzPwXtuTmnqn7n+spOZvdxWOvwLXJNuSKQ9wcD12X7HPdh9193Y7b05dt/9fWzf3J+2Ra3MmRvnWRz76iap6nXD6T96S97/vi0Z1FRh6fj7OfVqGDI8Sx2Wqx3WrUHnNSxdOEsSOk46i3UXe0cLC0WycmPnTQMi47bBvHv//dmvHqd99uPAD2/L2t1j7FUDG+7d1t6eD+33PkZ162DezJf40w+vZcmQIYS3hlfN6Dv8WX54x5958oXZVN6+OTuvu7H07Wy44/ZKmOcycexfufduZ1jjyviaVuyrhMDwxkUsa5/LshWQlaooJ6ZnY5wwVRbO+xPQJKysTfHNISW0Q6Qa3FjRZhc6lixgecdS4nVH6rxGtwfnskBPujU00TPXkuJBHzbbY28+/JEP8+GDPswBe7+HdYcpzVy4gJb5s1mqc9YoShGBIgJFBIoI/KsRqOfc5YjRRQAAEABJREFUptf9GKOqRi+thBi2QBIAM4tG74OoWJLDH0M1cWKM18/bDTMDBFUXVKmXzrxdQ7l8whbzm/jwkToIIRqQhsLSQw1RTE30DdR1UhF8B7wqbzfMAqiYgGQBlRC1QDONFEg8uEyuPgERiMYgaBBX43oDDZiEQNjcnARcoiWoUbXUF9kNPUxiovLXOBb60JkRY3pQy22INwujxoxxEU9eOjnZLfxFw2LoId4sp6/RuRExlxsxn5n8pPOAxbwZnjmZC1lGJsTNj3LK20vEl5Uib1/4psjb4+j/0yilvLx5eCOsvR7b7vZB9vngh5QL78u+++zLJoMU7w7llsqB/tFKqm3LqQ4YyqfOvZSvfvYYPnroQXzo/e9POfieu+/ONm/rryE6rxLxb6R2p1F5MixkzjXq19PU1GvOz1igD0B1HjQ0Da8bUqrWa90Pai0f5sCDDuDAA/Zmh/XXold5KbMnT5dfiTiX6FJihaYPwCvSrVi2iHmPQ1MIkqOWGvrmMVMOGR84h440SDsz/vwz7n6ulbW33oE99zqJy778IYaXZ3L/j3/BeC/TtQztppgrrksXxjp6phGSXedutxnLWT5tEa1klEsNyJP2ZPwnG10XJfNVnMsZTFu6nHbNicZcxaikfUn7B/jO2Z9g876L+cvV5/KDZxxtrfjnS5tcm2iIiagwbMsd2H233di1tpfZ7b27s9f7tmft8goWLpiDbj/I/3VqbM68F+ttsTMH7Levzsd9hH3Z/wO7887RvdGdy9SxyhJaJx3IN797Hp899uMccvB+fOB9e6Zzbq+93s/6/Q1irOT9qqZdG4b+ZSpxXlWXMlc3bdrFq0fuqH3r2nqO0y87epVy3RtpFf/V9lrQSpuebddN2R4ab/4h53DRWV/iM8ccxgEf3o+999hNcduT971/K0b1iU2IDkF+9RqH0zhkc3Z73/66RiMu+7Dvfvuz5zYb0K9BvuFQd67T6gpmj/gcv/vKvgxum8jtP/gc989rIOs82LrjG6E90HSUew5j8933YvfO5znWvxvbbzGKbFELcxcsZKmGXW0spCd+/dHz7Xxkv73ZZGgTS2ZM4smHruPBecNpcuho79A55TRUYNmyhbQufgYaVo5msYgZi1m6XM9npcIgveYTF3E0OofW33IX9l/lHNqNzUf11sDxjhsLqEF9rNtgNtt5f7Z/2wA9Qy387bpvyTicmEJMXnuNgpuP5ZePLaFb33XY/IDDpR/CV963PoPkOOX+a/kRveivtctQq4ZnDaxa4qpeROsyTUyJrEc37UUrZCxj8cxWlk6roJeCWpeMXsPzz1BGr9MzXZdNDdC2YjlL5v9V8ZBQ87SSxp3Tqjgtg6xEz3IZ7UwjGvJoYPiG7+FQvTZ/+OAPs98B+/Hu9QfA8mXMmz6ecTTh8ipqEYEiAqtG4M1/XSgp0KtaOqpqMFWiFQyilV1VHOnFIvgQqnUmBFMYAsHHG00NuYvGUSUVDS4q7/CEcKght5CX8JfezDBpXK2Lmpk4MaoWUKdqYtQkm2joRcJfeR+udRmSQpAPaQTDzBJr6GFA2AUTqmGTSjsvMvFeR/I10HAmPlwCbkhlmF6ZzTIsoDcc8wxPD9lM8RMwU3XB1LUOHYhYM+k1mJlhZvncaUyNItmTzZGR4OswwPTsyIUAoQDMTAh/gSiaJ4hFQ7LJRQxapVF/uJTRw6VJvIuLYxF1IdOxlZSoVPTG2tjYKC9oaZnD7FmzWKibIG36EJ6iKALziX9PkZX6MGAPiUuEeq22Mm7cuISXFtWV/zxNf5+zrat/JC5NuuFSVtrQQfvydpa+Anse/hF2fPsA5j9/J9+78BzOv/B8zr/gPC745jd4dj46j7qOAXrqWTzuDs486wIuvujiHPI/85fx940zXl3ijDLfgTOO2591K3N54Nc/4pJfQZbZq13fkDxn0bL04f3Sl+/n8kvO5Kyzzubss7vgnHM4R/j+jVMZMKzhdcY2nddtTHv6Lr7zjet5euZS+r7rMH7/iyOZNmE8EbFuwEPzluqGHXTvt44kkj4xaqrz1Rw0iD7AiqXzmSGaqrkcJ3HDuRdwYT1OF13IuWfcwgsLlHSy6vGH+8KxN3Pp+Rfwx6nOgPV34qjvXcx+reOZ1eV5tMZ1qNx1DX98ajxzqsPYea8tNd0+bLfZINpnz+T5P3+Lv/VYm0qX4au69mP/JsdardLR2pem0gB0L4P2NiP+qtm8Jfm6+gz6kPwWCivrktq5OE2qRxcuY6kSUO81UGP0oq3r4HGuvn8gfbOM6uJ5TJV/qnGAzOKBq37MNy78Bt/8xsV84/yLuequp6iO2JEjjj2Ydwyv6gZdNbkXTRGBIgJFBIoI/CsR0Iu/BdRXtBrvNVWixUx6DLMAqcgkWaxBVXoQE4jX7EDwtZw9PhjLXeSjqh7kQO+lhKca60SMTRSpklGdTYxJ56IuambixKhaDdXEqEk20dCLhL8H1bpMM1oI8iGNYORsFXEkXvbkI1oViKK7Mi5jHbmvoeFkNQGidTUuzpTTmomzDNP7mnmGxyPpdPTyw0zVBQMCqFQJ1sJPg5kZZkYm3jvHNFyymYFo8HUYYFQJU4BQAGYmuBiBKNVowFLFzJFLEsSJN+Lh0jvgklwOIcfxxFoCmY4t5e361KyhMc+ZZs1uSV9aWrRokXKgLomIxnnr1hUpLx83uRXG/onrf3Ip37j4m8qFv8FFF32D+yd1YJmi7Nk/DNGKZa8wcp0jdQNlEwZVp3PPVRdzzgXnc4FwzvkXcvWDStL1jP3DgVbrMJP5KafrzaBj5DCndp6IpZbFjo6/Y9SuvcC8B5I2mlj2nEcv4+xzI0/TcV14IRf/4Le8uGIgu37mC5zObCa0dR0LnVEasboARYRKU2/67whLQyAvbcta8pgpj5wdn+zmatA52T7zKq658z4mt41gL41/6BZrMeNPP+Kj586lyY2u5ZE5S0AL7N6vWeo5ujpEoioHXTKiiYaRvejGcpboQ9+50peFf7rqNW6VXFYdtU1i3e6NlPR80tblgGTrUAzWO+BzHLTVUOY/8jNO+uzVNHUvyfJGakXOLSxoXaZnZCnP3/gDzvz6WZzTdS8jPvYy5533A+7uNoC11WO11RzaWvjbnVdx3nkX6Xy8WPgGF1zyU+5+qkVx8/x5Uuem847gwC1GUmp5gmsvPpvzLrqA2PudfdZp3Pdyh3xNXqupJa13+nJ9AK3XAuvOAH3MXWptZ+XZsJSX9BynvWv68tlqxvg7qqpuKsUu5DUu/bpR0iwdbSuYTiOn77MnO2zVTMMrv+Wb55zLBRfG+s/h66fewOPTY+9i6Vjr40Rolrx0L1d+7wIuujDicrH2H+fzw1//iek6H92s7tpJ25d1Zx/dlNx5dDeevfE8Dvrmc/RIvy7odPkXmKnETazWOc/xq7O/ytdX2bdqz3q2cM5FXHbN7Tw7ZARNrzeD6bVlzsOcetal3P74LHqPeRcf/sS5HP7eOby0qJ1SucT8pctZqMulqakP3Xq9k7Rhro2ne1ewdj+66fMZlixmrG4K5AFTHNpm85ff/YLzO8+hi3QOXcm9z+TnUG2IRCJsHQsm8furvs5P/zCBZaVR7Hf2TXy532TGKa7JKTUZQ3Tq3HH1/cwv96V587342FYHse3bBlHR68ld370MhvTPl5D8o9E+tW2VQaTUAdFb69Y6aaNtwUId1jJxTfQa1kS3dZajlwL5RW1n/vhx6XVnwsT5tLZ10LIQSpVGevR7j+Kx8nqurtDGdXBPxakHLG9lRutSxmkISytqZcJfbuLccy/SvvWbXKzXw2/+8CYmdXs7ux58El85ZBYvLazKew2oxRKKCKxBEfA1aC3/wlKMrpd1SFW94oVOBDcNmRANxMGaXjDMTAbE5aBWQmvSBpBPGkc2s6SJvVWaL/RSp2pqE5KPqZuhBjA9cs+qAbJTK2ZJkcaqqWS2ToB4wbXiOIZwj7VLRfABmeRmgmpOgGBMrYm1nFIvBupYRVSoty5dGlsJlJlhliPmFgcuq3SouCF7wEgP6c3EmbxFXQ5W481CHwibY9ITcPUPP5c+KOFTBfGYUadmRj1Ahh6SzURRkbtpLDPJNVrVphEDqQQXTEMJSkZNG6es5GRBhfjmWEV30IMu1xtry9y5xJ+9Wrx4id6cOlJf3vIl0thv8NJMKDUO4m17bQVTX9amYRlLl0xh3Pg+/ODeZ3j4vl9x7gfGKan55wOmPJ7e/QbSr3kUyybPVbLaytKZU2CHUQwfOZwezGeaEoKXNeSoEQP1hj+fF/98BZ/88umcEQnZuedw1tdn0B67B50LcqtVnQDi2uaP49RTvsQJXzwhx5dO5tQ/TadDttxDTK1G976bf5d9N6ww8a83cunnryBuEnjNvjpSTT+9nsuSJUtY0iKP9mp6bRBXP2W5afYC5i1eQdOAgcx46HbOPe9sbdhW4vLf/J7Hxz/LlFnLddPn1auKkQSdzEa75hjPrSceyOHfuZfZdGejA8/nt19vYMK4+ZT6wDPPTmPRinYYtQlnqduEyUvS89S6dBHjZ8MhB29Ok1a2fM4kvi97XjWnNoSPfuVLnFSP0xeVLJ3+NHNiV5U7dbZaCsvnPsGPv/wlzj7vcsYu68tmex7Eced+gWETx7G0o+5aYvigl7jg1keYOKOVAdvtwamnHcU2fTuY8dIj3P7NBQweVKo7p7hljT0YtvaR0DaOxa2tLFu6gBltfeg/bFOGNVRZOHsOi++Ar06I2xvGoLfvzRbM4BXtYJcpEZyoDc2YC27jmYf/wo2XHM+4p6Yzf/FiGNTMfqOWM3vKnDwerYsZNx32/tCGDGp0bPYrnNO5EoPqEl7+4y2ceNKJfOHEEzjxyydw6O1/ZtKCDoasvwm9+g8k/hdIZ5eCKSJQRKCIQBGBNxaBeKnt0sP03lTVG0xVOpmUt9UY6ZKcRMPMxEG0AWoleJM2QFcf8SafyDdibLGdNfQJycfUzVADmB65d9UA2akVs6TQamsKETOTSw4QFRw9TFIAlaA1yATqQ00WAQlmhmlCM9GQqRcD6aqICvXWzNJQ/N28nVTqqbWZpRHMRBNinYbLwUx8ol1teo+UnoCDmWxe80O8VUF9kL5OzUzvo6Ri6CHZTDQ0ckdjmUmuUR1yWDALXQ4X757hWUaWuRA0o6ScPb60VC6VWbZsefoffTNnzmTp0qVF3p6iGM0Kxo0byk/ueZZH7r+DC3a6k59cdBonnvAF5cIn8sUvPklDb9dn5a20TLoKenSLTq+LduV1TeVR9M9g1sTHufXQEzj962dw1rn6UPq8Mxm78jO61x3j9Q2XM3luK200sek+x8H8l1hUy+mWTp2gbmew2Wh9rNy2iGnPPC25Vg2WzriWr30l8jQd10knccInruCRSQvIum/CDifoFGyJk63mL2I+kOVttzNlAfTqPZi1d9oQJs+gVfnmgpnjaBq6P1f94Wn+/JofgxcAABAASURBVJufcOwOc9VjZfUS3HT6rTz4zAy6Dx9Mt47x/PTzX2XxJt103q70C+6mp7WPoYF+ozfmE1KMb1lK67JlLFLuTa92Nti0maxtMbPmz+BOelKRzz9V40Ws10C27NOTngunsqh1Ga2t83lFnQ8cM4Se3WHJtKckqer6Cfes36a8b5et6b/kcS7+4tf5o0z/9HzyzWs3Mm5k2rwFLKOJQUOnc94F566ylzn73B9x15NP8PyEKbT0akThyruuru1YxtRxD3LyyV/U+Rj7sxP50vfvZNzsJfI2Qc9dtM1DMZYx7dk7OeiEUzn9jDM5+5yzOf/ib7FEr0E1r/BcFaVe8PA4ZrTMpZWBvGPnvsxZNpNFS1oVr6mMG7cxX/vx7fztyT/x848NZtwbuAkSNz+s1yi23Eanqj49j+d1WesiJgJnb/V2tStYPONF7mEXhg/spbOgyvi7LuELX/0ap+km0dnnnMc3bpxMq64pOa9S9ZSxfMF47rnuS3zxpIhL7D++zK3PTGZp3HHJQ9PZp6onuNvb383e26xH+eVf8bmPXJZsntrVN1XdvGmTaZ72rYvmtbCsrb32XlYl7Wmrih2nMnUONDb0xu1busmwcs969rnif3gPT0wYx8Tp81hayXCNt9qaDmgmZ57yWU77wRU8OAlGvftgPn/0F9ls+Ut6bpp4cN5ips1dgq81nLcN2YIBC15mvq7H1taFjJ8Hh79jJIP6VaBlEi+0aqMdYwbalzHlxQf4cuc59EW+9MO7tdddqqWY0KVK7Fi+kImPncYRO57CDc/Mpfuw7Tjx/l/wgSm6+bBi5etE4+D+vPjXq/jDy+0MWXs9DjpzH5oH9WHFi3dw/j0lRjR1PVrFjIx1NtedVCaxRNfjsmWtLBq3HD65He/oltG+ZBrjfv0U0+ZPZWFbxoj1RuGD9LLTsljn4kKdizPZ64wruO+vT3HPDz+ArZjH04orPfuy9pj3sjmTmaLXw9ZlS3hpWhu7Dl2bMcN66uRrYeb8yekgIxzQxvypj/GVr3xR+9b89fALx36ev0yu0mfI2mywxX4wY2nyL5oiAkUEVkag6xW9Uvsm4UzrNL1NiqQ2eAshSagNyWov8qTioUocsudAbyaohClBjWrSVNWutsqQ++TW4AO5pLYu1KlUUc1qiiABKU0rMdFVq3Vqo0tCLD6YLs9aiCRPxyyHSykOMyOKEQ+lDCZJsCSrlV0tKKEQi5lhjih5MZGAdI7hgJkJoh7UcNGAmXgEUdOmRQSzmo+ou3fKZqEnlXgbwYJVI33OBR9cDaGXKvyCTWPJ5CEEZEjm2E2Z5nEjfDzLyEolSqVMckYmuVwu0VCp4FlGJDCzW1qYPn06kQhXa+cBRVEEKgxjNqfe+hiU+/Cug67gx5/fgSHDhjNi0Lv4wk03c+x71mf02hmzfgjdu6nLP67Jo6oEsDx8Kz5y+EWc8OH1GD58bYZutj9nf/pw9txyIEx5jj+Oe4TYSsxeoMS40l3Jw3s5bOvN2Hrb7XnXRu/nisfO553dQfceVrm+0wSm3ZqY5uZmEmJtZddZIuWraqxl8LobsXzSH/nJpz/JbwaOoderfF4tZk1D2GCb7dhow43YaIdtWa9/E1mcgGT03GBLtnnX21lxyX385akXWNx7M86+9GyO2n0nttXat9tqMz501jU8cP+D/Obab3Ng42Amr1jx6im6yIZ5Ka3p4TPfz87ffpDWcn92+8KLXP2ZRibMy+D753Bn+vbL2/nMhNs5dZe1GLnO2owcti7Hfu8BvvOBEVRbZ/HANZ9EoV9l7LIkHzU6j1OzBEqYBV0NrEz/TeGOb5/CBd+8iVcYwns/9klOO/MwFunmRFvt+vFeI+Has7j7ycm0ljblyyduTbZsPi8+fBVXq09P7zK2XkdRDLZ4/2f5+WkHMnrYSIYPGcqBX/g6nzxuKxqXTefZpx/l+uhy2A08vQwGbPxhfnL9yWw3aDjDR6zF9sdexc8+/z7W3/DtlGZ/D275Pn98fAILO9biwEt+yfkfGMna64xUPJr52Dm38K0DNqeHd/CHq3TTJcZN0EJ03jQNGMEuO+5C/Mz/Pdvuwpc2amZg/FR+2WKdbCsUm9cLThqkaIoIFBEoIlBE4O9EwJSnGZY8ojXx1ilRk6zzfT1sXd+TkoxK7f2mLodP8FWNUJX51TXp1IRP3RZ8oC6ra86uogSzmiJIAJKuxrKyGPEIObokKB8lmC7veyFCeDpmOVzK0JgZUYx4gMKFWNWQBdnVQsqpZQrZg8oXFVsJVy8PUT4uvakxM1w0YOY4kqUzFxc+wQseSDrDrA5S+ffl7dV04wc3PEHrUW4eeXv26ry9oUE+zlJ9SDa7ZTYzZsxgmT5cLvJ2upQyvfgTj7f1ZfN378rHPnkTJ+2zGVtvsy1brL8Hlz/2A7bu1cb0iX/m7gtg4CDv0ve1rJ522qpziI/P+qw1ik2+9G4222o7tn7X5hx+zq18cW/letX213b8pzTtfOa6B5m5uJ219riQP/3gE6w7dCSRq62101f59YufZYMKzHn2Ds787qoDemU0ozaLPG13dttle3Y6dEd9WNldTq2kLyU1iO1Ss6w7s+b+lZvu18fVfZvZ45Dvcv5RmzNU+5l11vsAn7vkPD6ywztYq6/Tcg2rFHOJi3/MoRdewGU/uZ7vn3Y0Jz8uXSUMol2qf/lcHpytuL5jFz5772Uc986hrL322owc9V6+fem1HLRehXkvvcjDd17I8rUG8toRugy2ChuZ+2D2+vyJnPnpfRg+dAQj1hrDkRfeyMd33oLeNo8/3fTXzh5VuTcNHEr/Hou489vn8vX7ljKksdP8Bhhn5IAVnPbrP/PylMUMeu/5/PX7h6VzYPvttmOrDT/Epfc+yIO338a1p+7Pw9Mn/4NjMjzTk0rvfM8xchD0bSDTtU+tmKi3LFLbQP91NuW092zIlttux3Zb7sKJv3yGA0bJ9HqnnHVnGDdww1+e1ofrVUbtdwZ3nHYwQ4YPZ8TgLfj0D07k2IP3ZIsx3XnpkeVYk8b6p2sHZCM48Oo7+eqegxgxYiTDBg/gkO8+xBe36Un7ohYevfUsjTaPxUuW0YYxZtsD2Hqdjdhu++3YYtfj+dl1H2Gz4T3l00FVbddqltHQHfrX/izSEKBJr4GYmFVqVTd8jX5DB9GDsXz/1Iu4q/sw+q3is6oQc2XlbgzZXNeu9q2bb/0e3j64H9oWgzkNPYbwzo2HMgC4/JanoOfa7PnJR/jup3Zmq212YLut38Ue+53KX1/6M7f97Pt87sCNefblxa9dmvqvrJ7Yly47iVO/fzVPzaqw0YFf4JLTj2Tm7IUsu/5RHnnwEWbbMPY+5nguOPVQ1hs+grWHvp0jTvuZ5ngvwxsX8Lfb7mD636ZCZmm8mNTTOdSndg5p1X0a6HoO5Y61VseX3Pklh278ee6YsoL+Gx7Mt//4bXZ9eTwzluYnU1bpwUuPj+X+3z7Mwv4bsOt7tmWdnkt4/Ld3MLaxN2WrzV8bVmcDg3e7kHvPex+DdT2OHD6UgQecyx++vDP9S3rd+ss1fF2+337wCZ6fuIBuGx7CJSefybbvGMaIoWPY9+RL+exRB7PTloNom2QsmzmHJ2+4i5c7erH5Hh/l3MtPYJdREY+12fuw0/ny549m4z6tvPjIn3nm5js0smo8sQpISetb/53vZvfddme3nXdkj8OOYf0hWm/bcpYtmQ2eybmoRQSKCHSNgHcV3my8acGuFyU3HYYobgQxM1kCIl2r9FWM2ICFOjYWVTFm0ommRFpjEHJAuqgWToJUWM2e+8hq2nQI4lJ1bcq0GkJl5poLXH1dVgvIDpYesW6z4AHRgJlkAYtxq5hZDs0rLvHUikyYO27WCQP5hM5FjapsGgk5SM71yd9NKpPOgED4B4JXD60zOFf/tE43zAx5IEbV0htOFrpMNr3AWqwlk4eOGyHJJpuBKh58NbiAU8VlEERlko9h0S8JBm4Y1GCihsccsrtArZiomY7NjSwLKgTVRsrln3lGWYlEufYNspJugixesoTp2kDNnt2i+195nCnKKhFoGLUW4z/5Fa59qoXSgPU44uK7uP/2X/HbP93HN/ZpZtGMsfzu8s9wIWvTdR9lireeATJ3bJURcyGeugXTp2Ij9+CiK2/n9ltv5a5br+YrB7yTnkum8Ie77uDBG+6nXy+4/ce38PzCCqO2P4LL7/k9v775Nh588td8ZMxCHn+xhUqlQqmUj4vmc7FZFq2YrlW2TLLLVre6Z1qjlK3TuPd7O3P2U2vT3D1fsckflcxdbVTT8ME7Gx11BU8/dDe/u+N3/E7J/7Pf/TgbDGqEbF2+8uSfuemC+O7XzXzmomv4w6MTWTzq/Vz+u3u5/aab+fWdD3DTVz/M23su5JlbLuP0iWMZWSmzuuKa28jSvAYMaR7FU5/fnlNue4m27iP44Fd+xeWf25N3DnuKoz98Kfe/NIvGUXtyxm1/Uzxv4be/v48ffGI7ei5dyF+u/hQHXNKb0YM1kJ6ALFM0hBhXmi7VSbaYt6aNWMhVekeXGNpL8NPzv8ePr9bmtTyaA4//gpLaDzJ/1lJd09GpzOje0/jSr/5My8LlNPXIWDz3Oe751O34SGX44VKDlkLHknnMWdaDD3/159zxu19z6233c+03DuVt2RImPPYgd15zMS0jmhnIGXz9yj8zp62RjfY/h7sevINf/eYB7vvBR1inupBn7vomnzsTRo6cyJc+czm/fXgcCxo25qRfPcXvf30zv7nrbq48+YOMblzOBO3+dzxlAesMrYAW4XFgDGffs77H3b+P5/YO7n3wbs474j0Mstk8+OtfMeWll6iUM4pSRKCIQBGBNx6BokdEQC+3eh8xwYnXXjGJ1BpeXarRAVMubclUFamKMxMj+l/L27WIaqxBMDPMDFTj18hmhpmg9xW1iadWpMbccbNOoGIWOsfsX8/blcxiGisfW2O5YTEu+ZhmRiZdFjo3XOswwbMMMwchyRb9BMCDr5q4wOvl7dFfdvmqA+JqMFxczBPjBKiV5KP5XPuHLJNXbR2Z1uLiM8868/aGhgayzFm0eHHK21ta5uhQq5hZbbSC1CPQf+1+/Pr4L3Lz2AUM2GQfzr/2T/z2ll9x/1O/5ahNG2iZ+Ai//eEJXNlzHXp7vRe46zlU3pdljtXUlYZhjH/le9zx0CwqQzbhyHPu1h7gFn59z1/5ycnvhXHPMWtFRc9TiVKtj6u/niyNV1N0Egs18bzqKYdBo+nz7YP57NV/Yu6iRrY+9nvcd//vuOVXd/GX35zF+5u7MXfSQ1yy/xE8qfwPlRjbqsqF3/sjJjx6d8rB77j7j9z38+PZYmCZOY/dyteugBG960egTlE9Y0D7Ah766WXc9eJ8er3t3Zx02R3cddut3PXHX3HMu3rTMu5v/PoXp/GjnnH3xIi5yDI8hurbzDoP/ZxPHXkgx1/0AqOHKJFytsnDAAAQAElEQVSWwTVu8hEP/RjU5yZOO+eXjJ3rvP09x/D9397P7bfcwn1/u4tP7TyE+ZOe4farz+Lka9diTA+nXswdVQ2V07q+k8Z5vmAyTy4ayvGX3si9ykdvu+seLjtxX0b1Wc6Mh27hgt8/SUUdXL5ZejLaePnea/n2Tb9i4NoDyDSduaFDAk3mAl2L5CyMFmuQc83mfcYw8IpP8dXrH2DCjCVsedwVPPqH33DzTb/mvodv5tPvaaZj7tNcfuaXYcA6tV6vIjFmjJ05ma8cO3mFzTOxGS5bcAuPvYL7py2n/9v34LQ7/sIdN9/CncrHL9xvBOMen8DySkXnXFl9dDKo7Vqbxgzj7q9dxs0PPcGspX3Z7fRf8rc7b+X2++7g0mN3Zi2fzQNXXsYV48dr71Xq7OpagypZ5p26VRiTfv54JrIdZ9z6N+781c38+t7H+cXx21BevpDn7v4hx/8QhvV5kHN+/QDPTdKH3pscyZ+eupdbbrmdP/zmu3xkkw4mT46bOxUadAqhYhrXddCZO3p6pFlZTboIm4t6MhrBhw4W8/ANP+Yn9zzAiMFNGFD3z9zFQzSufkZ31t/9WK545AHu0r71jnvu5dafXMx711avPm/nwydczu9+eDTbvAtuPf8EfvjQNEpDNuf4b9/N77Xnv+WWO7j9hjPYsmkuzz30W2648Pt6qnuz2uKuGGrcfJH0bR7Jvecez7ev/Q0TFvRiu0+fxfVnHM4WjX/g7B9dxS13PcvcHhtz+Bk/507dSPvN7+7kx6d/lI37LWHcvdfwzRuv5sXeA9GBq2aimaivOrWZdLLF61c6XohYaClai8sGNDYzasCV7LH/t3h6XpW1tz2CS35zAXvodWbZig6wMkP8ER575G6engyl2OvNfIKb/jiR7r2640aXYjitTHhsCludcBsP330rN+t169FrvswOw7uzdNajfP+wb8Lao+j1829z7R1/ZNzsVt72oa/x4L2/49e6qXLtOUew2eAVvHjXdXzv97+j+5DBXH/bD/jRL//KDBvKbkddxK9+91tuvfUObrniNHZep53Jes37xS/O5GcLRhGnj6VFdWejPU/kmYfvz18P7/k9v73iq2zUMJexTzzAnd+/n/4jGyhKEYEiAqtGwFcV31ySmWHmmJYdrYuaWZLNDAKgFyrEmkBelEGpYpLM1CaAmXgE0aqoWfCkYmahyXm1Emsf9iG9YKRSDUPiak3IgdyLsIdoZphevMxEjZqVVEzZodRJR2p1ZNVwEgCrOmYZZg4YVTlXcxNmloCRipmY2jwiuTp0eqMwM0zvEK5x3MQLhIeou+GiZqFH2qCOuZGZr7TpndvI5Xhjtpot81xnXutnBoC5YDncjICZjgF0HIq6eASj9hAvloC7QTCJqJFNLTGvZ5ovy8jchUy6gFMqZUKJcrmcfvmRab2zZ89m1qxZLNZmiqK8bgQ860G/oQ/y5Q9/lh/dcj9PPDeOqXMX0DL5eZ599D5+fMrOfOS8JTQ3VzrHKPWAxZPHyvcJnnnxFRbQQLnTmjPmsGzaw1z+3Uu545GXmL1gHrNnTeS5x//EzT++mDO+/HX+1L2ZfgNH8fxtX+GMi6/jwaeeZ+LUWSxYOJMXn/oDPzn9IL7+h6d55tkXmDJ3/TgrYPILPPHU0zw5dpIm6ibUak/RWeN5bOxTPPXcROZKjDpl3DPyH8tfbruMj14A69SOo7uMsyc8y1Ma65nxsyT1olFH8soL8n/yaek1zlNd8SRPPvk4j70wE3SOVks6QPUa/dhZ7HXoyVx24/08pXXOWjyflllTeP7xh/j1j8/hiK9cyoIlvSlnJu9Va7kbLJykOD77OM++OIkFWkGZjDGjhnLR3vtw8c2PMWmuMXKLHWjuV2boorPZabPjueKOR3jqmRf1PM1nhp6n5x5/gOsvPpZtjrieUc0D8YqeoPmTGfv0E4x9/Dlm0EQ/XUek0k/tVJ5/8gmefvoZJkvStMx6ZTxPPf4CT70wjSVt/cjKPRnT9yG+fsolXHHdXTw6sxvvfOeG9FqwhI5qdAIf2Be+fzePzV2WFLMfv40zO0qMfM3JoOt+2WwevP4ULv/tw0yc1cL8xbN58bmnePDWqzj/cwdw4dNjWEf5W6/Ro/jdsdtwwqU38IdHxjJ+ykwWzJ3E8888yV1Xn8eue3+dpc3NlMujaO74Dh9+11F88/r7eOLpsbw8Zz6zZkxk7FN/5tYfn8GBHzqNISNHUyr3gUUzmaBz44lnnn7Vc/sEj/3191x36df5wvk/Y6qS0nL+1FKUIgJFBIoIFBF44xEwM0xJgKmrYzhgZp2UMECnLJMkVSXtqslsZgQTxKOpCdUaDYKKmYk1cYgKYqvkRSwyJ6FaZ5KkJuQAyYuwh2hmmAsWIF+j3KPmelKPvNWRVU2sANI7bhlm0qOcV2OEGRUXbyY/VYmYiXFP1MWqIgGUA5gZJptrHDfxAhi44QHJZoYqajFT605mLhfxIWcxdiD61KmRec3Ha37yRUVdSTDSGG6Wxo1Y5jd8wkk6apBdLAFzg8QASW8Y4DFXpvk809oEUQ+dkPL2clnv5ZWUt5t6RN4+e/Ys4k+PqntRXycCWaUvKxb9hlO+eBo/u/3PPDvhFWYvms/U8WN58g+3cdExW3PMDys0Dy7lI+g5aexfZu4rz/HEs0/w7LhJLKQHYfVyI+0TXuS7Z53FL+96hOfHT2Tm/PnMm/Iif7z+Ek76wg08+uwzvDhxBivUJwacqDGefvxJxk2RpPRKrWovYRbPPTaWx596jlfmQbeKM6B5FDccvQNHXXg1f3zkOZ6fPJ3586YybuxzPHLXL/jsLttx5uLRNDfAAI0wfcLzPPnYM6/K057i6Sce5b6bfsjnj/s840esQ4OOSe5dqlHp3YcXfv0DTj/x61z9u4d4SvuTmQsWMGviWB65/xa+d/p+fPp7KxSX/uo3h/FPPaG89ylemiOxCbz7ANIvykc06dyt0H35PCa/+DTPPPEML0+dS6lvEz36j+Kv3zyE4770TW7+w+M8O34ysxbMZ8r453hUN1q+d8rBHHLaXxjd3APTsFFLTQNYOHs6Y5/U/uWZcUzTfP11vGFbCRc7h+suuYCf/vYxpmnMuS1TGa+89cGbLufEL53Jg88vZ621+rEgjfU8zzz0G668+nb+/Fx/elWMrGcPFs+czFjtXZ7UHmHmnFZ6N8S4QEnHvHAqLz77JM8+8SyvzF9M93ImQ1Sjt56n339+D/Y7VTeQ/vY0Y1+ZxfxFLUxW7B79w61858TD+MRvOhjdO86a6NMFXqL3soVMef4pXnj8acZPmqUnv1vu4BWals3lFcXxaa1r3OSZrOg+SDcHvsnJp3yHO/82lhdfnsqcRfOY9OKj/O67n+KDv3yUZ7U/eWl6K1TK+ThdW2uiedRfOeH9n+VbP7+NR554joktC2iZMYnnn/gzN156Op8967ssLQ+ktlWjoud37qQX9Xw/y2PPxf6xe+fzUx/acKodk7nigK9yy1/GMnXePObPnpDvP645j932OYPG5maaBoyh+p1j+OL3tG9VrF6cuUDn9EwmPv0HrvrGV7nid7/nsWfHMmtTUpkz9WWe0f7qybGvMGdxhcYsqSlrC7Vg6kvE+fXEsy+xqNXp262d2VMn8MyTz/PEHdfzo5vv5vG2dWhwaOwNc6ZM1LXwAk+OncTcxU5TryqzJj6n+Z7RNfOk8NQqePKJJ/T6MIXFHWBeRYdIw8y/8ZWjjuKin/+Ovz39ApN1s3n+4lk6b57gzmu+y9cPO4IfLWumT4nXFp1GTHtJa3iSF54eX7OXaR7Tj8s//QW+fbWej6fms96uO7OeYj54/GUc/YmTuOQXv+Jvcd7NnUvLHD1PT/6N3155CZ89/liufqYng3s20nPpAqY8r3GfeJqXJs+GHhogZvAGGrqeQ1NmsaLSl1L7cn1W8AKPP/kcL8+AkuKT9RnD0IdP4nMn/5T79Tx39N2AbTYbRuviNqoaq6FXX+599mWefyntfpn8zGO8+Moj9Gx67Xlm+mRj5m0f5MQr7+G5KXOYt3AWL40by1MP/kqvsVtw2pJ1aK5kDGp2vv+poznjkp9zz1+f4IXp85g3dzoTnn2Uu6/5Diefdhq/fr4bvbtrX730Cc764qc487u/1OvhU4ybNot5i2bxwjOP88ebr+TUT+zN129qpLl/RgVYOP4Zxj77NE/q2nmqKx5/mLuu+wFf/8xh/LBjDH0zORe1iEARgVUi4KtIbzLBzHDBIL1ZOS4qdNU5KkZVOjG4nMPPxRguf4jG1JgZGbVi+mBOrJkYF1NHyEJ9PFnUM1pBriTJNLLXuKQkiqaUngRzZK+ioaQwSEbDRNXKKAcXzMQLGGYBx6RPmx8MSSAaqBoqliRSayAamwpTH4TgUbFkMsxWgmoVl5y5yzVgSTYz5IgETLYE08yCFMSYsR6zvI+5SW106tUHMzD1Ee9mxEONdCaoSqcWkjJvw68mopHFGskNIxUJ+RyGu2FeG180c6ekGyKxkWpoqGgT1cCKFSuY3dLC7Nkt6eZHW1sbRfn7ESh3G0z8A4bj992JTbd9Px89+miO+diebPDOnfnc9WVtCHqsMkBlrWYmfvtANl3/nex12Dk81zwivVGv4iTBSyVa/3gye2y3CfsdeQRHHvlR9thsW/b7zA95oVszA8pysox+PSvcdfrBbL/xJhx45DEc/bH3sd7GO3LcJS/ywFE7sfF27+PL1y5ljBLP5ks+yqYbb8R2B12sdQ3VALXas5nmO45h8/U2Zqd9T+TR8BV+cvT72GLj9dj6gDMZILlUc+8u/r5P78XGGmuPT91Dc/Mghjc/x7kffx9bbbKR9Bu/CpuwySabsfn5f2O5zk2rjeN9mxmz+F5OOEDr3OCDHH7c0Rz+0X3YcLPt+MBxlzBtaT96NXrNe1XSMLSZ5y/en0032IL3HX4eY5uHpzha1o0xo1o4ed/Necd6m7HboV/jgcUj6RZz9bmfY/bYgo033JuPHXcMR3xkd9bfbAcO/tpd2nA1569tDWvR/OQlHLDzVqy32T7cMHoofXTt5LP307H+nEN33JKNNtqLbykOzcObuePcT7DzO9/Buw+9iqmL+umGDVhlGGP8j3zpkN1453pvY6O9T8fHDCAzqOouSJsSWXbakOHdKtA+k3svPxcGjSTjtcVMG4sFV/HJD27HLvsezBHHHsNBe27M9vscww1Tx9DcR4Oqm7mSSd0EufWkg9hxi/X4wKFHcPRxH2P3DTdht8POo6z19pBfqo16zkeN4/SP7MymG72Hjyr2R35sPzbYeBs+ePy3mDlohDZ4DuVeNL98C5/a/z1suuGrn9tN2fxd7+EjJ13JdAbTo5yvI41fNEUE3mAECvciAkUEwMxyAOJwPSwQesh1hooa6cQQb1Eui0s2ggMSn/tk1IrE4MzEuLgazCQLVUHaVKVJlMREYxrZk2ipJRU3pM+hLyhL3AAAEABJREFUtypZXidvj7HDQbkniTf1j/FMoqhsFsA0noFoQrCJRyWEHK6JzR3UJ/JcVCyZDLOVoJ631/xc/bxmx42AiZq7+uXAnBjTLZc97GaET6feHXVISHpkF6JiJr1qUOSHZEithy4XSeNLG6rcCkhIc7jhgrljoqHL9B7fmbfrw82GSiXP22fPpkUfxC1evIQib+cfFKOxZz8WPXI5R7xvG7bc6wAOVz54+P4bsMmOH+Tip0cpz2voMobR1Hdt/nrWPmy6wVZ88JhLeLF5rZRvgtHQtwctj1/OR3fbgh32+yhHHnc4+22yHu8+8GR+9edTlbdvqZzqEp5Vn7hBcPLem7LRO7fj2B830zyAWumpOX/Lfpuvx5Y77ctFjzUztDFMmfSjeeDrH+PdW6zPez9yBMccdxgfWG99ttjtCH6zbDTNtZ+p9Glu5prPHMC279zwVfn3xmy06TvZ+YBPc/u07qzVUM/kY/yucHqt059Jf/seH91zO7Z5n+Ki/cxRh2zPFjvtz6l3Nmgt3dShm+gfOW6Xd7Lx5u/hhAeaaQ61LJ01a2DIvMf55lG7seGWe3LaFX9inf5NYBmDx4xm/A1fYb8dN2PHfQ5K+ezH912fd757H77ym/naqwzAWVnK3fsw7r7r2W/bd/CuvY7lqj83o3spKx3qnMZuWvEcx+71Tt6x72Ecc8zH2W/3zdh+/0/x25erDOlTodKjH8/fdRX7bbcuG273Ic741VP0HtpNzyKUe67FK7/5NgfutDGb7HoEtz48R/uPLB+90pfmF67iyL23Y4NN38e5T01mSGM5t6U2Y63mMbRc9wV222ojNj3gcD1Ph3PAbuvxTp1TJ94yi9GDeqLLOHmv0mQVBs4Zx48+sgPv2OK9fOYb2lMN7Z67ZI0Mm/swFx65GxttvBNHX/ob5g/pRa+eY5h0wwnsvtV6vP/QIznmyIPZcoN3sucXbmLupQew2eY7cNjX76d57W75OK9us4E0j5nAhcd+gC02fReHKv8/4uMfZptNt+GAk37G7IYxdC9ZZ6/GYc08esGR7LTlBmy+77l6/od02roypueg9W/fYv/tN2TnD+s5eNX+Iz8qo5di9cK3jmZ7xeqQTxzN4R87gB0235HDzrhHa9qbzTfYjk89q72NzumHfvxV9tzqHWx3wNn86aW1qX/WXunfzHM/+QJ7bbshm77/80xsMfoPXc79P/8U791kXTbd43Cu/8s81umZn+9NA5t54IdfYo8t38H2B57P314ZzbAe7dz15Q9pvg11zWwibLwKNtl0U46+8j6mLaLzuWvoPYDeSx7jlMP3ZKuN3s1BHz9S+6xD2GTjTdn9Y6dwn+t6aOoalS58X9mu/hy7brMJ79j5E4pjc26Mm1JjlvPj4/Zmi411bm77Ue6Wb89ezYxpf4wzj/gQW226G4cefSRHHHEoO2+yFXsd9TUea1WMemZQamDwzGf53sE76Bzalc9dci/Na+XRJmtiRMufOefwXXUOvYdjv38Hi9fuT9a6gMN3fAeb7/ghTvt1s+IUSzG6rTOGsVcfzU4brsuG276PE34xll66dowOWufN1bh9GTSwPyyfyF///ChP/LVJz4lF51fBNHUDPzjqvWy43vs47LhjOGz/Tdl4+3049aGRdN5gpkFxaOCO847hve/alH0OP4qjj/oYH9ztnex6yJd5cEofRvcqEcV0HY5pmsEvvvgxvR5uzT4f+zhHHXs0H9pwM96933HcOm00zcPK4UqDzp3nj9+V9TbYSM/Nqs/rxpttqc8GvsI9c8fQ3M2Sf9EUESgisGoEfFXxPyr9+wc3Xdiq6ZXbdCiCmWFWg96NLXQYsqolR11vkuXr0poZZhYK+RrpIdkAq6YWpPXQBcSbGZ1yzCO4XM3UOMgogJkJgAHBu2N6oOJC8C592ixoDGQzk7aG8InNgTSYqZWPWsCTnPq54bK5UdNZp+zID8PUj+RjIEczCxGMvCTZMKtD/cKvDvU3ky3JYdPIwUvnognBC2amKcLX0YAJJh8xgKWqbSR5McxM/o5BDsmqSZeOPfpKYWaoYi5fIWyeibd8LS5dljmlcomK0FhpIEr82qNFNz/ilx+tra3aM2p2szAV+AcRKFX66A18DKP7rmDquHG8OKXKmDFKdAZUVtszboLERqi5eURtE7VaN7wRGoaPZsH4iUyYMJVstMbUJqox6+KvhLOP3ujH6IP6uRNf5MXJKxgzRm/qo3rSW/qYZ0yfWoe1on9gaJcBamzP0OfQtEkZNz2if3PzaPL0I6lTEzdBcluPJKMjGV6bL9fnY3XyveTWu0SbiLVX1ebVKr0UO/mOXsYrY8fxytTFjIzY6YZGQ5cEPPdetY2bIPn4wzX7Sptp05DrNW7zSOr/m83KvTWXnqfRK5gy9kVenmWKVfj0wVd2h7gJUjuWlTc/6g79NEb0aaa+BeihmyD5fP3SzQ9qxUo9On2bm9cm0+UUNz/KDQuZuGB3vn7iXrxjYAPzn/olF9wEI3rJodb31USXL5TG0G3RLCY+/yItrudYa+zXsGof84x+0o/RJnPZtJcZN3YqNjp8R68SozS+EuNY95gxTUxT7CdOWcg6yXdtGmKxyUlN3ATRmOG7egyi0tVfXYpaRKCIQBGBIgJvPALxim6m98haTode/M1MeV0N0pvyODPJGt4SjKRLepKvI53lQDTJ5LLBKnm7mWEmQKIefIJ6aX63XI8DIYiamXwlW8CwmBuTADKLM9wCjmkMMMxWItl8pWzykYTrYWZ4yDW7iOTQ1QHJD8M0L5brkaOZdAYEUEmyYVaH1hN+gaSTHDRkjWWCS05wwwM1WQRXY+5owITEYxAQqQYlimGmVYa/RAsELyaOzTWGmQTBzFAlxgqELWDR343MnVImKGcvV8rU8/ZFixczWzc/ZglF3s4bKEa5+1DlZ2NYq2Oecs8XeWX+OpKbWbt7tppxjKa187yvWTl4ZRUP01jDaFbO1WPBNCaMfVkfUkfO1czA3q/tk76MFPnUgFUGkdAzzR851tBGiZ3V9YGxxlFeX571Mi+Onczy0aN1o6CZfhWdh51+EHuB6P966NOQdfFeHWs0dB+udYxhcLvi8uI4xs+s5ei9u+4CuslHa4rj6La6caSLmyBhF9aJmx9SpapzulEfXjc3j6Hn0hZeVj47abE+uJRfc/qgNXmt0sRNkPoxrfbmR93b9Mz0HMroBZN48cVJLMpGpjj17XLccROkPtboPo1Yva9o3ASp23qtstGSUR++1m0jVrn5IVuqit2AiMkYhs57Rc/TK8z3/Hlq7teALuPktdomboLE8QeGdl/VJWtkWOgDa/UkfwaNxoH6cFzn3IppE3lx/CwGpNx9LbqPiDUIr3fzoz66NTIyxhwzgBnK/1+aNIc+aYzBrC6fbxymMcNf+9b6EKujLmVvravSMlkxmPo6+w+jKe2bRjPzOe3FJs+lV9rf9mVUmkNz1fY2TQNq54b2UPWbH5oi1bgJUn9OKmm/6HTrp761Mfp163rOQpNilvsP14f2GsKcHjXfXL+yb8jDdDCDGx2vyjf9ZRFRVS93J+xjRnen5ZUJ2mfNYERtnJ4lOfy92nflHKu4WZnBtTFi7O6aO+xW6sbo0I+pMOPFCbw0cQYNKVbNdO/6pbO4CRJ+gfrNjxggoL1efX3Ng3oQQ3tWSscQc63TM5zq0HPTGSedY+ma7KBteRONA9Znn70/wHbrNjHvuSf56x9/x4RhvcnqXV9DIxjDGT16BZO1556yYGi+5+4V+q7OJXqvE3EZw5KXxzNu/BRaK/nz3qPiXR2x+rUyZi2WTJnE+OfHsbQWj74Nq/o2RCz+DuKXX6sMXghFBIoIdEZg1aupU/3mYKy2TNOLvMW7r45Gr+Eg3swwEzBcsipITkAl8aLIJ/EGiQJ1VrJZCKEyzOqQbILmI0GNJoh5zMIAck5IosxIjQQzUxcjHohDnEtnZpgJgEECUSSYGSt9IBmTXmyygUtpAckIZpJqQMVrMJM+c7mIuiFG1RLcpRckIA1mkhMy0oZGfXPqkg1Xf6/pzNQjQE4dFRNq1awuVIn32po6ETOLXoLE4BNIslgIToxZzc80v5s2TUa6+eEZJS9JFtWbXqlcolypUCpXaG/vYNGixcyYNYuWOXPSt8nMjKK80QiYYl2i0tBAQ6XEvxZCUz89d6CxXLwYnHJDhQYhc163mJ7jcqWBfG57Xb//mqH/MPo9+ENO+sIXOO3bv2LA0JGrLsXz2FUUO526q9r+rZLh9bl0HfxrzxP/clk+ezyjP3gqDz13LV9+3/o0tY3nZ6d/h7GDRtKwmlFdz3lcw0HByErldI6Vs7//HJs5pUp+3pT+QUDNsjRmpVLG/4Ev/7FSDFxEoIhAEYEiAqSXdsPMsXg9dlht3m7ho3iJYqJRO3nDzFBTA9ApGmaWyxhmdUhlguYjzStGNN4TzGSQKGc5WE6SDCGYGY70AuIQ9dCZtKIG0uQgihSqhI+ZONVOB/FmJhuot9SGmUF9LLNchmR3UTPDlCCZibohB1UTlE95hnnyQhosjeOY3vdcvJuRUxcVL9/QmWxm6tEFjooJtWpWF14vb4fkIT8zQxUDgqpVNfECguZzNzIh3vNN6055e5aRZSVKylfKlTIl5QCRty9ctIgZM2emvD1+9WFmFOWNRsBwxTPy9krZ+f8qev6ycp5z/aP87F+aR89vffySu86Yf2mUf7KTUY9LQznjP1OMej5bKTn/clHc49onc1zXTozjteehJN3//VVh1J+nso7rPzm/mVNKeX5Zh/8vzmSZ9pgN2juWyWrx440WrcMzQwNg0VdyPQalvzump7lj75H9f5wC/IdKw9ojeOG3v+Dsk0/gq9/8NeNnj6SxtHKyeI0ux767ocx/fPmWpVg1VMr838dqLhNf2Zkr//IwZ350O3ovnsID91zHlb9bwkjdIFoZkeAM1wIzRSS/HiV7Kd9jljP0MsbrF9P53EB83lHSGK/vJ4u5fOP1toGSU5Q3dQSKxa+JEXhTX1ZmhtcggrZRmNpUk0JSUBcVzHW4elEhdFIh3qQP2c1EAuptActl9Qkfd8PNkVaoEt9gM5NU08XcGJjLp6YzkyKUQK7PcNlX/qBEdnOQjwuSMDNBGgNNKd4I/2qVvMgeehc1y20YiE2NeYZpDks0k04ju6GK3Ihi4kwKM5NeUtDMyQTEm0kXY0j2LJOPS+2owUJvRubyNyfFRLwJYe/QuKik9dbWLPcwSdshhDIAGlFyXs1MPl2AgcY3UTOSr5mB5vEs0/wZJVGXnLlT0jtEuSRdqUS5XKFSqeBZxszZs5k6bRoLFiygoyPmpyj/lQgYpe4lFs2ZzITnXmLchMnMaYWe2X9lMf/+SbMm+s36C1f/5Cfc+OAE+nQr81YsXoKFS9ugfSmznruLCz9xNCf8bjGje74qHrqWeypAE8dO4fmxL/HKDAl9haIWESgiUIGhvysAABAASURBVESgiMD/bATMHNfrf0BEx1nF1KaaFJKCumEBc8QIJkDwJr0GUTXMAoABiTdMOWH4uPxSjop0aB4LF8NMwFglb8elMcxM+gCYS2cZmTuRhxNqU2MOEsSpFSedKithyT/lwSC9oaUIlvj6WOEvBeaZIFuiGRJUDTetmbzImnRmJr1jGtAzIxPyMeShdcaHpZ5luY85YuTrcpGv7JmZVJLFm1CVHEAlrbcqRlVq9RFDh5pQBjScpHo1M/msCjSnNNKDy9HMQPN4lpF59tq8PStRSnl7gz4YalA/Y+asWUydOo2FCxemX2trmKIWEXjrRaChP8ydwZQXn2fKsxOY3bKA3tpHvfUC8V884ormXjSVcWNfZNyzr9AisUn4X6heamDppKe57bofc93vJ7C0vYzeVv4XDu0NHkM8yXNYvhwWjfsjPzz7Uxx1wu2UR/Ujs65DxT52PtPGj+eFCc/z8uwV0MO7OhR8EYEiAm+SCLzpr1yzeHUy0kO8meEhGWpz5K0lvctuZrKZXtiMkAOExlCx4JCLeCX8qk48pDepEjSDZXUh+WadPoa7oAEc0xxOpqQ/s5CoFcPMZMupWG2WNJEhfUC+4e8meVW4nFXlDxgk2Q08+kDozEw0xqtiJp7YjInKzwRVHKSVzhzX+jz1N5JNjWeOmSV4TfYsS7I6IEZVdtnSJhLNJTj1EnPKog1c0lTBcMwMECSjEqIkcaqdTM6HS8DC38DcNXXAEjVzSl4i3QjR2krlBhobG1O858+bz3i9Sc2bNy/9zWAzDUBR/nsRMBp7NPLYnSew4/qj2WrvY7hufDN9yv+9Ff3bZ46bIAMHsrqbH//2udbQAcv9mnnl559j23cMYdj6u3HSDS8wYngP0stElzXHtTtozGgO33446261Myfc0Exz7y4OBVtEoIhAEYEiAv+TEcjTMSM9JJgZHpKhNkfeGh42wcxks5Q3J50kVKSOVpLsJlZ5aFQnHkaym/TKF82yYBJCn3X6GGlMKR3THE4WeXH0QXmsgPRmJpslX7FUI7/V2MFb+Aruhtmq8JpcNUBIsjsI5pZ0ZkGV8WpMs+AjhxaVPXxEUA91N8wMj/VFf/HxIY2L98yTzSzsgmSXn5n6yG4mGojB0FyCC0a9xJw6Xq0haeRi6KE+iMqVKCFaMIFOJhfUJblZ+Gse07yeYFpzrM+Vs9fz9lL6wlKj8vbwmdMyh/EvvcS8+fNpb2/HzChKEYG3bAQa+9L8t19yxG6bMnzL9/PjO55nYI/KWzYc/5UD7669yf0nsNOmb+dtWx/Mvc3N9PivLOQ/M6nrJkivvgPp2/2tevMj4tqT5ua7ec+wbgxY990ce9Gf6DamHw16/2KV0iC/p/nSQTuy7ph12e/bLTSvVV7FY3VCoSsiUERgzYuAr3lL+udXFIm1mRGvUWZBjfQwRIU6BcmGWY7kDxgri0yYOWYmiGIg3gUzEytgRDH5kXSuuQ2T0sxEAxKiGpKFur5K8q1KK1W0BHWDYEJPjTczVFGbQ4JlICGqxnFis2Amj4QMM8v1BEW8iRMP8jWQ3cxyfaI6xqBagPYm0tdkc1YZG7Dk450bPzfTcCaDkLY6YlEJUSTVrnxS1BvDOlnDzECVrkVyVbKZYVqcmeFZhruRCe6O1WiWOfHtsYaGRhoaKrqDv5w5c+Ywu6WF+L8f8dP5avpaG0X5r0fAdBNEyaQSyPi7nP9TNz/+67FdcxYQN0Hi+U0Y0IQu1dUuzsyVTNbOh+Lmx2pjVCiLCBQRKCLwJo/AKss3U16n1/54XzAzvT9IRjDUCnUKkg2zHMkfMFYW0zgW+WDyUV6IYWa4YJbzaoli8iXpPLdLaRbWQAg5LEhN77pjEWNVMaRCLYlaclL2K0Y1lGYWBLU5Qs7CD8mkOb3rWrUeM8v18kg3MSSbeIekJ2Qh1mBm0jnmliAis2TL9S6FmWwBIPwy98683Sy3qRO6xSGAoZIa0aidfDCButJy3ySK11grFaEULEZVpGQzzRvzx/G61hV5evChy1xrEvK8vYFKLW+P/9EXWLJ4cfrSUpG3K6ZFLSIQN0Fqe6bi5sd/6XSImyC15+B/6ebHfymaa+i0cROkth8d2TO9b65+oXETpOZX3PxYfYgKbRGBN0EE/E2wxtdfohJtlEgHzAwzwxNcvIAjRjW3iVHNeTPrtEmJaRx3S9RM1BxPNOfDB4sujoXNV9qRjCUjUcRJVBu6UASClyrGdPkHBcMsR8hmGWhcasXMMAtoTunNRBNCR1ofkjGDGjWxMVaCG6Z+jh6yuxmxCVkJydKZGVEMPeRvJn/R8DfRJMvHTPZA7qy2mjaAVr/BEDYDVWIrFNS0gbTQmFS1KjfycQ2LuQQsjIaZBZNozO9ueBbrEXUny7KE+NVHbKDKlbI2UA24bEuXLmXu3LnEP0xctGhRGoM1ohSLKCJQRKCIQBGBIgJFBIoIvLUjYKYcT/makraUo5kZnuCSBRwxqoa5rcKb5bKMuV52D53GM3MswTALePLBgjgmW+SJ4W8WSg9DDiCp8obOIjeE6JNF/7BLYWaYGS6YZaD5qRUzwyzgmPRmogmhg+iDGQELPUYuGu7iE5z0MLUypnVn4l0IWTCTL5Ba6S18RT30oiGbyVoHyspNjbL2qsjfz9shuaaGVDQ8lsY1TELsY7AwGWaCWDMj5ncXda21RjN3Us4e+Xv8uatKhYaGlXl755eWlixJY1GUIgJFBIoI/E9EoDiIIgJFBIoIFBFY0yLga9qC3sh6TFm8KlUl2cq61dVQ9pxgZpj0XkOyGyCYGeZ5cl73MUsmzIzQ5fCcN5ABYiwzEQFBvJlhGivBcl1sDDz4mh7RqmCWz+niCRgqRu4vW/QxzSlqnmHaWIVvjCUvgrfUL/dBfskmaiYP2cxkQwMHDTkhbAHZpPdM1E13uJ2Y26QzM6zma7KZGS45Ex8+SI5YUysmWiXa2FQ5yK5GW6v4Cb30VVRMahOtVbGGHhbzikptATWW9Iamw2NejecSMnOyFAsn9C6+LFTKFRobG8i0mWprb0v/42P6jBnFP0ykKEUEiggUESgiUERgDYlAsYwiAq+KQHxnJs/bw2CgfC9gZpgbLpgQuhyIhC3yQCPsATNQVd5omItXH3MXL9kAyQE3ExHkHbyZYclPviZ9AI2tQbymR3Rl3i4/ybiBfNWIXekfObKZYZ7JnKmr4yYZUfUzAXPZTF2NZLOcN9ksbEhmpb+5/BKiX11vq+TtaAyL/vILfzMj1p9JdunDnlJxIEYPVGtc1VzK0OQ5e1V9lcCD7GahJy9iDZdWa5BeonhDLGpxMW4Q82XBS8jMX5O3xw2QlXl7xoq2FcyfP5/p06czZ+7c9KsPM6MoRQSKCBQRKCJQRKCIQBGBIgJFBP5TEfD/1MD/F+OaGa4UPGCiUQPmkhwskIkPmFEvJrv2KSRVUhvxQK0LmQwuqEqS1sANsqolaiB9vo1wObkUHlQbDjONUKfSmRl1xI2H8CPZTWPJ13Iam4ewxdyWZXjmyAFkNzMMJBoefd0wcyzxjpuRGYmamW4IOYiafMJmbqR+Jt/oI2qiZBlBzYyg4eNhQ3LADAR1RyMmSIN1PmSGmt5ybfRXB8skRyeTQ6BKssccZqEAatQirhgu2d10LI7rCQqYB+9kWmv84iOhXKJSLlP/6fzs2S1MnTaN+NVH/N3g4qfzFKWIQBGBIgJFBIoIFBEoIrBGRcDquZ6ooSTRQCym3M9CDCh/dMEsjEoeATPDM0SBUKsxIQQXzcJukgKAxBj9tXm77C6j16lyTDONkKhh1gXSeeaEL+LNgs/tLt6kc1DOaliW4fIlnE1yQDYXdfmZh86xxOfjZAZuhlktbw+b5TZzI/UzyTW9iSoZJqhZbg8fl49GIUF6JDtQh4knt6oNjmQzSTlcXcRlgoPU1Is0uNZiZrlK1KyKRd4u3gNuuMU6M1xPknnwrqVm6U/Upry9pJy99ovt1tZlzFLePk03PxYtXpz+30eRt1OU/8EIFIdURKCIQBGBIgJFBIoIrFkR8DVrOW9sNaakO3Ml2fUEXLxLp0ok42aOpYd83CkJWeiUuNNBsiTZjShK6bHgHfUXcMk1mGFmeMCDd7CA1XTgoc8yqV0wohgmu8smnWmTk0ljYGaYS5c5MoYioUqILrug8dxM5uAF8QbJpibpXYocJjkE+WncTOvIPJ/X61S64GNe11gJsmVZzS/sNX3a4HhtzPS1sGpMKZgAatN8Lp8YD/WjVvKNkcdPQ4RQylt2ky8mWTxCYiVqJ4UpLu75OmK8QMiZ1pRlpbSJKmsDFf8ssaGxkfjVx9Sp05k6dRrz5s1jxYoVFBuoCGaBIgJFBIoIrDERKBZSRKCIQBGBzgi48sDMncwMFx95XqJKCN1cqaGA6SEf93+ct2sc0zg4uHjHMfVLMMPMSHoP3gGhUycp9MozLfUx2cH0iLW4/MxeP283MznLDsRxmDlmRvRLcowp2UB6j4bQuxQ5THIIWrV8M3cyd+m6QGuLPhZ6jeUB8VlW8wl76ITI291jTFSqCVJrbhMQTGPniPGkoF5ek7ero3phGg+Tl6kR1OZ5fRyOOzGO12idz7SmrNQlb29qpKGxgRVtbUyZMpVp06alX38UebviWtQiAkUEiggUESgiUESgiMD/VgTW6KPxNXp1/2BxkZhbZpjVoEQ9JeKmw6rrxJsZpAQ9E/Ea70SybtHHct47x3JkVLWVY9d8oo+UyebWxU5eLEitMRPjhgmZa7OC4YI0mKmV3sxAlUTFBCUvLuI1HzOTSw4X76bxRM1yHZ5hXiJzTxtLM+nFu2CyeSB05kRfEzU3XPaQPWy60WGmfkC01lHVTQVUrAtALhCLM6AO9Y1dUYjIoYphliONrXnMDDA9oiUNEfNb2GogjqGUEZunQKmsTVQ5o6HSQKVSSd8Um6MbHtNnziT+bvCSJUuSzswoShGBIgJFBIoIFBEoIlBEoIjAmhkBc8MywWqQnPJAc6jrxJsZuGOeibh4E++dcMt5V38z2SQjWKec68xzvzT2KjbZyYsFqTVmYsIvMzJXvoyhEdQaZkLYRDEgUTFByYuLdzeZVoWH3jSeqFnNpmOzyHm9iz74hAyXPfqZhd0xUXPDw26h0zjKvc2CQmr/Xt4uPzmFYw71XX3eXhtb85gZqFPegkuO+c0M84DWFccQebvy9XreXhbf2NCY8va2tnbmzJ1H5O3xf/reOnk7RSkiUESgiEARgSICRQSKCBQRWIMi4GvQWt7wUpR6p2TcDMwMpeyJqqEOD73JImpuBFxUDNRorgsfVzcBw2xVhK+5g2BmuV39QxeQAmmRCXklatq8mHwwUslthosJZDUa/i6nHOAIBuFjZsiESVmXzUw2x6RMGxHNE9TdyLIMzwSP4zGsTm0l7/LzkAWiiIbswceGSHKw1c5GjAmoka0qEDz1Ik+ZSPq6LqhJ5UJQk8Kw1EJfWGlBAAAQAElEQVTMZ641CuYZbjmfuZNJLmkzFSiXy8SvPsydZcuWMW/+fFpmtzBv3vz0qw8NV9QiAkUE1tQIFOsqIlBEoIhAEYEiArUImBmR/0UyaCYex8xQ04mwp5xQenMjELIYkBy+Sae8MPRmGgPDbCUkEL4mHwQzk8rEioYsSIEkZMIhUVP+bDEHYMqHc5vhYgJZjYa/yyMHOIKBG5hFIyqlizezpHNzTPNGvm7Kcy3xRqY5PcsIffKX3izvk3zEuxsuauaAqZpkCCluYiAbKsrGa19ckmACamTL8/aQ65CnTMhW1+TUpFoJEA9qIZ/fiHWaZ8TxZO5JziSXdAxl5e6VSjnl7dGptbVV+fo84k/Vzq/l7WZGUYoIFBEoIlBEoIhAEYH/0QgUh1VEYA2OgK/Ba/uHS7PIrgWz4AR3TIjkPBJ1SWElaB3mhlsgNOqTPEIWX9ebbIb8AobZSrsk6cMuLuZKNofUx2ST3kTDlvnKvk7iLfkFH3AyyR6+srtB4qN/gmNm0lnys+TnuHSZG56JzzLRGqT3gPwyl60Gk5/VeBcfPmZGPBBFpWpqVGuE/B9Umsw5cFH1DQqWamqqDpLN8vnMjNB40AQwMwxW6utrETUzbf5cyIg/UZZvoEo0lMs0VCqUspI2c9X0/z2mzZjODGHp0qVEMbMgBYoIFBEoIlBEoIhAEYEiAkUE1vAIWMoGo60h8kDBA8rpXPawBK3D3PCA7GGrw0MW4oN4M3kbuCHIP+kNM4GQwy7ePdlN/ghmYashbIJZLssRM/VJfiAi2cnEpPU64ULizcQHXD6ibmSWYRqvbs889LJnGZ7VYNIF5Je54zVY5nT2Fe9maVxDJTW67SGdJGpiZ97e6auxYhw8PARVwlt5u4ma5fOZGQ540AQwMwzo1Gssr8HcyDIXMjJ35ekZ5VKet1cqDdKV6OjoYOHCRUyfMYOZM2fQ2lrk7RSliEARgSICRQSKCBQRKCJQROC/GgH/r87+/zm5xeqViJsYVxLu4l3puitxzywj1zm4EQ+kh5DlJZ1a+ZhQ10kjvbnTFfVxHPU2I2yhM0NDmkAaI/QhuMZwGVXRiFJZDpdUh3kXnREbOPcMl92EoLj61XgXH8gyJ4uNk7vMrjGcTBN5QDqzGAuNY2Se2zJ3yYKFv6FOmBseMMnUimRDD0NjC5LDR47SenLy4Ay1AcMc3FeO7ebSSQ6d+lvIZl3Gy20Wdh1HHEsg/7VHKW2i4lcf5XIFU9+42TF9+nRtoGaydMlS3QyhKG+eCBQrLSJQRKCIQBGBIgJFBIoIpAiY8kKElDdGHhg8yguVJ2aWkesN3DAz1ACuKp/wt6BG+KlRzWWTrSvCnoC6apywhSxWQxoaPvU19ZMCk8LNgsUJWoPs0S8hLOGTdGGPuTPCZknn4Bq7xovIZkSOGwi/yJEDmcYJhM7Molvuq06hzzzGFswxM9RgaWyTr2RqRX6GHob0Qs0H6ZEeFY2QbCbepDNHY60c26Uw+cda3OQRsqgbuJqkd8eUs3uWkbkguvq83Yg/cRX/52PWrFlEDl+tUpQiAkUEiggUEXjrRKA40iICRQSKCKyxEfA1dmX/xMIiYY9E3LMsT8zNiQNyMyJhD5u5Y24JbtJ3hWyR+HfVmxlZgvrZSnjw8ke2BIyYLenrOpdOGwOzDJOvW8iC+oZfyJl0WciZxs7ydYWvlTK85GQ6FncndJ5lBO/muGfJFnrLJMsWvJvGl3/4gKnKZoJ0Jh/PMuRC/JQ/v3uQ+0ghX8PMcM+pmUNmWFfZpMNAMBEzw6TLIZ4apHfBXLKrj3hMtCab1o9gsiVoXZ5l6ZjiVx+lUplKQwPdu3WjUimztLWVWbNnM2PGDObPW5D+/FV8o4yiFBEoIlBEoIhAEYEiAkUE1ugIFItbXQQi/8uUC3qm3FRwc1yOboa7KwXNMOnNlUuadK+Bk/p00ZsZWYJjlsNFA2hMdQDZ1aDehN7MJAqax7UeswyTr5upixM+OaxzbM80dmaYB+TzT+ft8ldfzzL1dY1tuOYyc8BUQyeETj6eOSa1ozsHqnJQdQHCYGZ4rEHUTPr6mupy6NAAglSYmeA1iKcG6V0wl+wO4tHcWiAm2SIuCZ5kl86zjEyIvL2svL2hsTHl7fHFpbjZMVM3PWbMnMn8+UXeTlGKCBQRKCJQRKCIQBGBIgJFBNaoCPgatZo3uBgzbRgyT4l55sFnWKmEZQHpswwX75moG241ENTJ3MjMcc/EBzXxQvJzzDLMtDGowTVH5q4+uY+MmMte02UWfCD6hp+gDVKW5s9wzzDx6WaHaMhSYjGGofW5eCETNKZLn7nj0c+kwzCrwcFld8kJrjVl8s0MEw9y0Mapqg2ULJgeRKlWMQtIYyvhnbwjreDyDg5kSkAl56UXY7aSyqRak4OTzd3I3MmC19oywbOMTM9JWc9T/dtjjQ2NNGkTFfqFixcTG6jA3LlzWbJ0Ke0d7RSliEARgSICRQSKCBQRKCJQRODNGwEzx5ULWuSGgmcZpnzQslrerpzZvSSfDHfDI390UQRzMvGZqHsm3kk+HraAYyZIRv3MLPlk0qU8VHLSu3JV95Sbht5qslnoBK0hyzJijkDk7AHPcp0MWPQx0/oc01iW5dSld3fcM8ykQ3NZDQ4edskecPXPHM+MGAPkUEVZO+oVtz+MXKry+nk7sjmWHg6JqrUcqFjiDbNVIZNqTSfOZQ9k7mTBp7W51pdR0nOUI6NcKdPY0JT+z4eZs3DxIuXtM4VZ6f99xI2Q4gtLCmhRiwi8VSNQHHcRgSICRQSKCBQRWEMjENnyGrq0f7wsd8OVfAc1C74GV8KeYFj4eIbFxqUGky30Oc3wJDtm8jPRmpy5E7bMpTONJYQcqI+Xj5H7ueZJ60l+Wos2UWbqqzUkP82PxsIcrDae+LyPS2W49CFn7mRaj4ua53oz0cxxyepNgnRm4oykd/EE6FJC9nx887resGCjCXsg5NDKycxQzTVG4s2CCd4kW77W2rhSqK7UZ/J1NzLBMycT4v955Dc9MirlkjZQDTQ2NeFZRuuyZcQNj5kzZzJj5izmL1jAihUrKEoRgSICRQSKCBQReLNFoFhvEYEiAq+NgEduaE7kh2aW55FBPXQB5ZEuvWeYckPPMvmKl92kt0RD5yTeRAM1faZ+Ljnz0Gssi7EcDznGElI/yaHzmr8nP/l2ydtdPrEGzMlRG09yzBF9zIygIWfuZJaR+nmuNxPNXDr1pQbpzMQbSe/iZWKVIp1pPBECuc2wYKIJZSDk0JpjbpglRaLBm0kRVdTM8EAaNynJ+9T0JupG5lqv1pwJK/P20sq8vbERl21pZ94+Szc/ZjN/4ULa2tooShGBIgJFBIoIFBEoIlBEoIhAEYE1MQL+H1zUf3xoV7KeuSlZz3Al7GaWqAcVVHHQRsAEx7IswbMMz+qQzQUTMid8PMvwGE/6zB0TQnbJwVvmye51aiGXsJKQZTX/jNgQmVksgNRXvNdg5slekpy56xgcFzUz8SZbhrlh5oTeMyPT2G41OaiFPQBmhmNEJb4/ZtXEmxQGyIzVxksyeSuLuOBRscSn1iRGNcMshwfVLFKoGmldoXPxQQUPZFqj1pp5hmcZmeISm6hMfPzyo9JQoUEolctooPQrj/hHiZOmTGHhokVUq1ViHDOjKEUEiggUESgiUESgiEARgSICb/4IuBtZQoa7KwW0RF35XkCEyPzMDDPZlTea4FmGZ3XI5kL4SJfsLlvohMwdE2J8lxy8ZcpLXahTC145u/JTizHCFmNIb2YgWPQV9RrM1Ef4d+XtaVxiLlQiZw8gjdYPooLWZZpTXpge0kAnRSW0dUiMqvWaSSfEHIaDeDPDNV7SufiQqVHFwLNMz02GZ86r8/ZypZzy9vhTV6jf4iVLmDZ9OpNflbdTlCICUMSgiEARgSICRQSKCBQRKCKwRkbA18hV/ZOLMosE3yO1x8W7Evv6RsbMCDmhxpuFf47k30U29Q3foGbySbKo+PBN+izDfOW4Zo6HbKEzMiATn7lj5pJy2T3DJDuGB1WfzF0bDWlEk056k94y+UhndWSgIQVbCSD5WugAF8R3iOjege5/mDjD1CK9tlTSSRAfMqZBJUaNmw1BzQwLRjdP4qf2SLKAkUoQD5+ANGYmTw0rg5uTKTZZ5ngpwz1Lsmc5zURLutnRUKlQqTRQysrpJseCBQuYPHkyU6dOTf8oMXPHTANq/KIWESgiUETgzRuBYuVFBIoIFBEoIvDqCJhFnqdcUYbIKT3yPuWIFlT5X8iZh48RvJlhliOrUbNcjj7JJ/xdOlEP2sVuaex8rORrmls+Lp9ABsS4mcecLimX3TPN6ziG1/pk7mQujZB00psblslHOqsjA7OAidYAJF8LGfDIn43V5+2yySVV+WsQMA1KrSjRN7FmhomGt1hxJlkwsaqaApfBzKQHM3tN3u4lxyNvz5xMsfIsEy0lxM2Oet5eLpXp6Kgyb/58Jk2axLRp02hdulR+WRqXohQRKCJQRKCIQBGBIgJFBN7SESgO/s0QAX8zLPL11mim5XsOF/UsI6iJzyG5pgt9INMGIHMnNgWID5gbYbPQA26yh052Fw2fsGeu8QRLdieTzXDM1IYuUcPc8S7I5JeZfETNTP2cLHM8y3D5hb/V+JAJPyeNq9ESVUPVqunGgfYgxIYnwcQi5yBUCdHMRKuoiZpAFG2aNEBwnToLKTXBCGmoUBgaRgoQl9aJFFoapsbMiLV6Fsch6Dg8y8hcCCqkvxecxc/mK+l/fDQ2NWqFVeZrAzVt+gxmz25h4cJFLFu2jPb24v98UJQiAkUEiggUESgiUESgiMD/aATMDCWPCe7KHZUrBjXxoTflkJ5lyiVlky5skT9n7kpBLUENpjw0bAmKVaKhM8NFzYK6xskkZ+rioi5ZY+B42K1OpXPxXZC5EfO6qJl4d7LMcY/xgjqmdbr0AQ2IOZpHYyGYhUDk7R3KvTvzdvEyA3JWG3m8iZqZ1K+ft1v4CKmuIoBpjaRimCUGi4fWhhRhNjPc8nV7JhqQ3XU8WR1Zlv+vD9FKuUxjYxONTU3aNlSZO3ce02t5+6JFi1Pe3tERt294bSk0RQSKCBQRKCJQRKCIQBGBIgJFBNbACNQz8DVwaf/EklxJfA0mmhBJfo130QTpskDISuw9c2LjEvAsI1Py766xNKWbYS6Y5NCHvVQi7GaWqNdpsstPPpY5aX5R9/AL5Do3J5OPZxmeaWx37UlEDVFB/uY1Kh1RtEkyIdhwMguDboCImKmhhlX4NAhmNZv2UqpQE6mVEElzGh5UDhZwJx4WNPQmKSDZzKAGM8M9w7OMLKh8M/EllyyaKV7xi4/GhgaatHmKb5G1LlueNlAtLS20zJnDvHnzWbJkCbGBMtPYFKWIwP9OBIojKSJQRKCIQBGBIgJFBFaNQJ5fOu5O8AlmBA2dK4902dyMLBC88krP5J9lc+i2tgAAEABJREFUmOBZVss9HQPcwMwE17gZnpWIPNTV18wI6nXqsodeY1jmWOKjX/gFcp2bk8nHswyv+5nm8KrmAdwwRxA18qKcfXV5O7KbqckZqPNIlw+CmXiEatwSgWADEuksaU7T1C6T5Yj1ByfqYdd4sXZ3+cSYNZhscRyeZWQeMDLxJVesRCNeKW9vbEx5e/Dxv/nmzJ3L7JbZed4+f376tXaRt1OUIgJFBIoIFBEoIvCaCBSKIgJFBNb8CPiav8TXX6HVTcEEJJsZZoYr2RchilmuMxMNvbvsruRfqPEuW8DciI1DwGQzz8jcV+rCT7JZ7pe9xu6aP2CoE6bxAmKojykHMFS0tQlqopLyaslUb6nmHNKaZWgl5BoDja2G1RUzgwB5MQxCrsHQI/Ge9GaSATNDGgwSXLKJM3MywbOMdMyZZA+EnG+g4hcflUqZuPHRoJsfcVSxgZq/YAFzdNNjxsyZtLTMobW1lShmFqRAEYEiAkUEiggUESgiUESgiMCbPwJ/9wg6s75gAvI2M1y8q8n/BCuYWQ53LPSiLmRZ5J2Oi3cz9ZOfZ7ksndWQec1H1Ex+XWiW8tiudtdcAUMDYW4Jaoh5TLIcwMhL0EAuqbVkirYa3L8xbzfTqAKCOBFDTYKZYYCZ4UDiAZdsZpj5Knl7HEvm0un4vXbjo1TOqFQqNOrGR8rbdRNnqXL0+BO18YWlGTNmKH+fm37xgYqZqS1qEYEiAkUEiggUESgiUESgiEARgTdfBPzNt+RVV/zqVDzk/BtY1drXqOSvhN8CKXE30kN8fZMgD2Qm+XiWaGwUkmyGq0fdN2jY3EMPLru5PDpp8AFTLzATTRAPSUYbDLQ8MwsFYFJJIQq1vplhGtddVPq8DVtAkgcNiLccqJggdwJmhpmASTZcfEASZtE3QKfeDVTVGGZGHKdpHtdaXEbPMjKhFN+uCxq/9BAatHmKDVS5oUK50kDcCKl2dLBg4UKmTJ3KpMmTtYGaw/Lly2vHyf94KQ6viEARgSICRQSKCBQRKCJQRODVEbBXKULOvwekPFg1md2J/DNsYPnDDBfMjEjw3Q3zmp9oZ85qhrS4qJn4QLKLh1wv2cywROVt4gOym9V4Q/MKkpW8xpSYhVJQHp//Dz3x1PpnnvJmd2PlI2wBaTxoQLzGMTOipDYawcwwEzAQdcHMMMAs+gYg9DmkRyV8BI85BHcjoZTlebty9ZS/i0YO35m3K2cvVyqUlNNH3h5fWJo6bVrK2+fOncuKFSt06PUnhaIUESgiUESgiMDrRqAwFBEoIlBEoIjAmh4BX9MX+PfWp1yfBCX6FjB5axdlZmgbQhIBM3GCmUlPKmJ1D0J6ScGDYWa4YJB4s+C05wkiPmwRMFdPxzAzXl1CFUAmMzVizILW/nyVOnT2NXEB+cTYMuVVOgibYSZgIKqVEDAzTJyZiVYFEtxEQ1eDi9Y3Q2aGmeCB2tgQswgkGy59psh1QWyYsqysmxqBjJBL2lCVyiUyoVypdH57LDZQS5cuZdr06Yx/6SVmzpyZvjXmMa9AUYoIFBEoIlBEoIhAEYH/3QgUR1ZE4O9FwFC+KbhhAQNqebspG00iyEecWaJOXiQq+7YkmK2kLj4kM0v+VXlUTY3ksEX/f5S3qyOoj5kaMTnRSBJV08rMxJljnZBMrUgHhplADsRHzh4wC508Eq1ikOBizAyzHC7qkYsHxJtJ74GYVxTSWlzUzCD8snrenuHisywjK0XOLgSflZTDC8rZI2+PLywFGhsaKck//hxtytsnTGDWrFlF3q7YFrWIQBGBIgJFBIoIFBEoIlBE4H8vAv6mPqRqrN6oP0JCUtSApU1DWKWNjYK2TqgkVg4mnhBMYRDMDJMuIJKqmaSoNZoc1MTUgeT0qiZEk0+i6pf8RC0UgcR3SiA5YOhhpFIjiUf2kM3UqiZl8MEEDZ1g9WOQzswwM7S3waV38WYGGGYBcUFj81SDe0aWNktZvlkqlch0syMrxeZKNm2o4v95lCsVGioN6U9dlSsVVrS1Ed8Umz59ZrrpsXDhAlYsX057e3vxzTGKUkSgiEARgSICRQSKCBQRKCJgKQRG/ZFESakamFsOwMyImwdqxKeW0BB6cxDMDIOElGsDZtJErVHES5t2AHUfXlXCxXJHzEy+Jo+ASFTpDAsuR8gB6USSrtMajJQ5UauaO9QY2dSNgNWPQTozU75uZIrBv5a3Z8QvsLPI25XLe5Yphy9T1o2PcqVM/ImrdNOjXGZ55O3z5jJt+ox00yPy9viVdpG3U5QiAv9yBIqORQSKCBQRKCJQRKCIwJodAV+zl/fPrc60o3HByB+IJmgzgT7cT2JVDsEYeQkqhItIWJLeLKR8yxVsBMgs19UcqGpzol0KCbJZbQ6Ts8kWcNFAjGTqKBNpEvkjG+6YWQ3iEUIOmuwgtmY3PGyCRz834iGCmfqJqeuDdm6cpFdP5IKZeggumEkrZO4k/9gk1VASDWSinmUEjc1URZunpsZGunXrln7xET/9X7q0lfnz5qV/jtgyZw5ztZlavHgxy5e3UZQiAkUEiggUEXjLRaA44CICRQSKCPydCFiymVLy18/b5aPKG8zbY2CltrgYsxhATFTxb6683TAdhJmo0DVvTzl75O71/Fw0cvZA5OueZbW83XXDo0Jn3l6u0NFeZemSJcxT3h7/l2+28vbg63m7mUW0ChQRKCJQRKCIQBGBIgJFBIoIFBH4ZyPwpvLzN9VqX7VYix1CbHWCKnE3U/KujYGZYSYQILXBmakNeyB4WYhiarrAZE8bDqnDJUzBIsHM1CZOVLwLQNx0UCvOkh61hK/WZnXg5NZo5SE9ySd46cRrajwohm5PYPIJ2WSIjU/ICR7+8ghf+ZiFLCR90NxmJh4h9LUxYhzPMjL3HMGXStQ3UFlWIpNcrlSIb4vFP0eMb5XF3wde1rqMRYsW6WbHPGbPmkX8g8T49Udra6v2qlXMNJdRlCICRQSKCBQRKCJQRKCIQBGBIgJdIhAJoilXdDBV5YwoFzUzzGpAtI7QhT0QvPREMTVdkHLkZM/1YRKnapgJOUdwFvmw5DUxbzfTCgOx0linjjvl7KKZcvVS0ID4yNNfnbdXIm9vbEz/1Dz863n7QuXt8+bPZdbs2Z15+7Iib9dZ8O+sxVhFBIoIFBEoIlBEoIhAEYEiAmtyBLQDWZOX9/fXFpsY7QPQXoHUiDGrbR5Ek46arCMNFalYaqMxM8xMbA3BdwWhd8wsAUxVoEsJUVANK3mDijT1fqIkg3SAmZGJdVFDj6BuIKoGEA8kMekhBDPpA4Dp4eK1OsyM4M2kdSGoySIam6fMM4J6lpEFShkuxAYqydKVyvFT+QqVLrRULgFG/DR+3vz5TJ8xg2nTp9PS0sLiJUvSn7miKEUEVhOB+JVQR0dHOkfa2tqIf6YZ51GB5el6+p+Mw/Li2N4Mz2tci3FN1v/cSVyrq7mEC1URgSICRQT+rREw5acuKK0Ec6Ger+ZUCpDRTHJuJi+WE7VmhpkFlyP4riBsjpklgKkKdCkhCqphJW9QkabeT5RkkA4ws1Xzdh2HCTIA4RMQFyTpAfUxk0IVFTPLc3UMsxovGuOYhS5fd+TrmWcE9SxLeXvk7IF63h43P0pd8vVypUJZcnxhCSz9L4+5tbx9esrb5xD/7yPyMopSRGA1EYhcIM6PyA0iR4hc4c2Q0xRrLHLvt+I5ENdnXKdxvcZ1G9fvai7rQlVE4D8fgWKGIgJvogj4m2itr1mqSePaMNSRJR7MLW0wXBsAEzC15qSHqJlkDETViMgi3gULOyArZlaD5E5eo4aP12yIBkInHxeyJIe+az/JFrLghtyAoDWETrJGx2IsF1eHnCVhVvMFXP4BM0v6/NitpncyD2R4qYxnotpIlbISJd30CGQhx0apXNKGqURDpURTQ4Vu3Zro3qMHDY2N2jwtZ9as2bzy8iu88sqk9M2x+PXH8hUrKN5oKcpqIhDJVySh8ecV4tdBQePPKyxbtiydM9ElfApU0y+mijgUcfi/PgfiGozNUlyT8XoeN7Pjw7H4JV9cu7Ge8ClQRKCIQBGBf3cETAO68tY68twVzA03AUsPxJs56SFqtlIP4qVL/qEXbyCtkGRDRAgacPGB4AVqiH5yTOOETrwBZtYFIQseOlSCGl73Qbxg5phrDpc9qOySMJMcQH6yefBC0PzYQ6+jVJ/MXbl7xip5e6n0unl7JfL2xga6d++W5+2VhlXy9kmTJjN79uz0q+0ib6corxOBeM+PfCDy9cjbIxeIvD3ygdjrRbfwKVDkq8U5sOacA3FdxvUZ12lcr3HdxvUbOX1cz/FchU+BIgJFBIoIFBFYNQK+qvjmksxqGwsDsYIlOJYU5oZ5YtWomuGyOeDB1yCCuWEmdLGZSRZcMMt5EfUFx8j1EDoDUSPGkUFVvAmoWA4zW6kXrw5YPMTXKeJj3E6gPoKZPAxiw5R+Am9agcvmsWFyXDc0XDc4cmQ12YlviJW1gSrrRkdslsq66VHRTZFKpUJDQwNNjU00detGWRun9mqVBQsWMnXqVF6eOJH4UGzevHnEn7eKbxjEGy0qJhS1iEDXCESitXDhQsaPH8/IkSM54IADOOWUU/jRj37EHXfcwRNPPMHLL7+c8MorcUOtQBGH4hz4b5wD9evw8ccfT9fm5Zdfnq7V/fbbj+HDh6drOG6MxDXd9Rov+CICRQSKCPz/RsBTLmuI1BC84RhIaW6YJ1aNqlmySYUHH3D5GFiihkGnzcwwsySb5byIZIS6HvkIIGqkcTSWm/gAKpbDzFI/M0u+ahAHISNOFCH65nAcSzALO6wub488fmXenuGZoDw+iy8pie/M25W7d+btytlT3t7UJW9vb2fevAV53q4cq8jbKco/GYF4j1+wYEF6zx8zZgwf/vCHOe200/jxj3/MnXfemfL2yFEiZwhaoMhZi3NgzTkH6tflk08+yV133cVPfvITTj/9dA4++GDe9ra3pet6/vz5nV8+/CdfFv5Vt6JfEYEiAkUE3jQR8DfNSlezUDPDdAMAwcwxkyw/M1EBN1w2Fy8NVQMczA03bVIsqEANIYsXwWylzsySbCadIKlTNo1jMUeCQRd78AHD8EDYNLeZQQK4aMDcVvLSJVk6i3EzJ6vBE80kvw48002P+MZYDfIvawOVbng0NtAUG6fu3QiZKulP8SxauIj45kB8+6dlzhzmzJ2rGyEL0k/l45sFkSSbGUUpIrC6CMQ3T1566SV23HFHLrvsMs477zy+8Y1vcNJJJxEfqm666aYMHDhQp3xxDq0ufoWuiMD/dQRc7yuDBg1is802Y//99+dLX/pSumbPPfdcvv/977P99tszYcKE9B7wf722Yr4iAm/OCBSr/mciELlt5LXoNcjMMTNMHc0MMwPlvfH65OINY7V5u/TqSYL8gopgZp06M/WuoT6WmSEnVfXQ/DGPeU2HYWbJLprdGTMAABAASURBVAbTQ164dOFjZslmZkmX630lL334uRvm0meZ8nRP8CxoyCvh2Uo+65q3S18qee2X2RXi19jdmrrRFHl7uQyRty9bTj1vj5y9ZU5LkbdTlDcSgfiSQ+Ttu+yyS7rhEXn7RRddxIknnsg+++zDJptswoABA97IkIVvEYEiAv+FCPTv35+NN96YD33oQ5xwwgnEdRy5/BVXXMFuu+3GxIkTWbhwIfFZzn9hecWURQSKCBQRWOMi4Gvcit7AgtImwx3X5iF4M208zDEzXMgElxx8wMyQEXNLEJEo3jSGBRVyZe4XOk+s/ETFx3hm8hNCadFXfVyymaV51RDoqjOTzQ0TPGAha153TIhj8CzDxVtW1+eyx/FlJTKXPnzEe5aRBUqiJdlqiG+NVSrl9OuOxnTDozHxcRMk1hq/4oi/GblkaSsL9IYYm6f4yeTUqdPSn7uKN8mwm2mtNfDPlsLvLRWBOJfGjRvHBhtswM9//nPOOOMMjjnmGLbddlu6d+/+lopFcbBFBN7sEejRowfvfve7Oe6449K1fOWVV/L2t7+duMaLjdOb/dkt1l9EYM2IgHmGRS5bo2aRazpmhguZEDRHrpcR8/ALIDGoJ38z8RpPyjCIhJxY8RAmt3wcM5MuoL4yuOQ6NBgBMxPJYSbqhgkesDqv8bw2hvJwF//avF0+smUuP1H/J/P2hsjbGxtT3l4ql9J62zvaWbFiOUuWLu3M2+P/8UXePnt2S/oTVytWtCVfM61RoChFBFYTgXrevvnmm3P11VcTv/g44ogjeNe73kW3bt1W06NQFRH4JyJQuKwxEYgvum611VYcdthhnHrqqVx77bWEHH+hIf787Rqz0GIhRQSKCBQR+C9FwP9L8/5bpo1Nh2eZbgR4QpK12TChzrs2AmZOyJkbWU2uBpUf0lmCY5KDd1GXjoA5MojVGIiXzhJCbYRfWLTlkFWcSRdwx4QYK2gdWSafpM9wc/nI3zMyr+njRkaSpYtjixscQWXPtIFKkK4kv1KpTLksVMrpFx0NDZW0aapIV9LGKZMP6tfW3s7S1lbmz1+gmxyziL8LPHXqlMTHz5+XLV+OmY6gCyhKEYG/E4HYRMU3xE8//XS++93vpm+Rr7vuun+nR2EqIlBE4M0SgfXXX58DDzww/Rrk5JNPTj+lL26C/P1nr7AWESgi8I8j4MpJs8hpMycTXHLAajT4lBub48q1s0DKTR3Eu+fUxJv4HDKJd+kImCunVf+guIyGSW9iTTT8HOkEeeFmOVySYK/CynVmpLXJ7p6Ree7vyrWzJEsXx6YcPQvqIZfIIneXriS/ckk5u3L0cuUf5O1t9bx9PjNn1vP2qZ15e/w620zH0AmKUkTg70Yg/pRx5O3xa49vfetb6Zce73jHO/5un8JYRKCIwJs3AvElpvhlyMUXX5x+GRJ/NmvFihVv3gMqVl5EoIhAEYF/QwT83zBGfYj/c5o2LV7bgGij4VmGZzWE3hwTRTDXRkE+FjDDk6y+FgibIL1ZUPULvTZHBKRDslmWRDf5uONuqCIRy0IXkD5TfxnCnknvWYZL5y6bOaY1eJaRCYkPfRdkmSdb5jUqv5I2T3FDoyxaLpXSjY/4M1aVhgaaGhvp3q2JHt2609jUkMaPN7j424/Tpk1n8uQpxDfFZs2axbx581m6dClhj28CxAfZxQdbFOUNRCDOmdhExd8Jjp/LR4IV5+IbGKJwLSJQRGANj0CD3lvipuZXv/pVvve97xU3Qdbw56tYXhGBN0ME3AxXbpsjw7MuCL05JopgHjl1Jlmw4AOOm5BskkOfoH5obAGhGnb5mWUhqo98NaZLr4q6YFnoAo5n6i9D2CMH9yxLOndRd0w0ky5gkv1VyDInS/Y6zVhd3l6uVEh5e1OT8vZued7emOftcVNj3rx5pLx9Sj1vn03k8kuXthZ5O0X5VyMQ+72JEyfyi1/8gs985jPpfwTEF+j+1fFe1a8QiwgUEVhDIxA33pubmzn++OO56qqr0v/ijJuha+hyi2UVESgiUETgPx4B/4/P8B+coOQZ5axEKaAbA5k2H6UaMt0k8CzTBibTJqS+IfEkh1/As4zMpUsQn+QSnmTpNWZ9vFLmZCUjk49lJTIPZFiW4VkmOXgnNkZmGVkg6cPPyTzDa4h1l8Km8csJTr5R0lqljzerUjmjXCmR/zmrim5sNKWfJ8efFurRvVuSy5Vy+nvAS1pbmRObphkzmDRpClO0cYoNVEvLHOIXHnHDY9myZWnzFB9eU5QiAv9iBGKDHjc/brzxRuJn83E+/otDFd2KCPwPReB/91DiGv/EJz6R/lxG/IQ+XgP+d4+2OLIiAkUE/pMRiPy3rFw4cvdM+W6gJBpYJW/PlDdLn4l6lpHV4Jl4d9wEF5/kEh468a6cOsaKebLMyV43by+ReYbJx9wxy8gkZxojUfcku6hbRj6efDT+38vbK+XV5e09qOftpXI5z9uXLlXePpep06czafKUlLdPnz6D+F98Rd7+nzwD33pjx/4v/t/H7373Ow455BDiT+S89aJQHHERgbd2BOK6P+igg7jnnnvS/wWJ14W3dkSKoy8i8O+IQDHGmzEC/mZcdH3N8T8uujU1ErRSaaChoZJuGMS3WtKvJEol3SDJhDKlrEwmuaTNS/ClrETmGVnIoY9Nj3gvadMjmvuWKIVNsgc8IzZWZfmm/pnGEO+inslW0niiWaYxRMO3zmchyx7jpbWVs/xXHOUKlYb4e7+NKSntrpsb3bt1o6mxScfToPnKYEZ7WzutrctYuGgRc+fNp6WlJf0sfuasWcTfAJ41a7bo7KSPb5AtXrxY/q3Ub3iYmYYxilJE4F+NQJxTlUqFe++9l3333fdfHaboV0SgiMCbMAKxcbrzzjvTe+KSJUvehEdQLLmIQBGB/3YEGpWzN3VTftvYkHLclLfrpsBr8vbSfzpvz/As0+tZRuTnWeTtLjl0wYtmQtozaB+Q5+2lf5i3x687StpvKOHukrcv7Mzb45fYkbdHzh6IXD6wMm9f9ubL2//bJ1Ux/+tGYJH2jPHB5wMPPMDuu+/+un6FoYhAEYG3RgR23nln/vSnP6Uv1S5cuPCtcdDFURYRKCJQRKBLBLwL/6Zjq7Fig/j2Vr5RqW1O9CFtbEIaGhp0cyS/sRA3SRp0kyQ+wG3QjZKG8KmUKUsXG69SfQPWlerGRr7pkZ/0pXJJm6UyQcvic5TThqhcCVohxk9oqBBzNMQaxMf8jbqp0aTNX/Cxvor6lDRurN3dtV/SweigOto7aNMNj+XLVqT/3bF40eL0E/j4Zlj8LeCp06YxdepUZsyYkW565D+PX6o++T9BrI9lpvEoShGB//8IxDdF+vfvT/wd0R122OH/f8D/sRGKwyki8FaIwE477ZT+jnCfPn2I14S3wjEXx1hEoIjAvy8CVZTkKjVdJW+vlPPcWflyypkbu+btlWRrUB6dcmv5/n/l7ZVSnrMr9y7HWOV8/EpFtKGS8vbIzxvFR67e2NTEyry9QkX9SsLq8/Y2Ut6+dCmLFi5KeXvc3Fhd3l7/lUdbW5G3//vOrmKkrhGIX/8PHjyYSy+9lG222aarqeCLCBQReAtHYOutt07/v3PIkCHpz6K/hUPx/33oxQBFBIoIvPki4G++Ja9c8ew5LUyfOZM5c+ayYNFClmjTsWzZclZoQxG/fNA2C91VoL7Rig1LQikjK5UolXTTQsjKFWJDE3JFfDmhnOt0oyPp5Vcul3XDRBAtCeWKNkMJuS7ZQy9EH0805hF0MyXLXMux2P7R3l5lxfI2WpctY/GSJSzQXfgWHcc03dSYNHkyL7/ySsJk8aGb3dJCfcMUf8vVzHDdNAmYWRqXohQR+A9EIM632KR/9rOfZZdddqGka+c/ME0xZBGBIgJreATiPW7XXXflk5/8JPF/pOJ9dg1fcrG8IgJFBP6zEXhDo8+a3cKMWt6+MOXtrbqZuiJ9gSdeTyJvj5w9EDlzlnLnjEx5e+QepVounkV+HZBcSTl7Jd3YiNy8tNq8vUKpHLn6G8zblWdDl7x9xavy9pY5TEt/xmqycvZJwitMnjKF6crlI2+Pb9jGB9GRR5lZkbdTlP+LCMT5Fv/f8YQTTmDHHXdM593/xbzFHEUEigi8OSKw/fbbc9JJJ6XFxutFYoqmiEARgSICb4EI+Jv5GJcsWcr8+QuYO3cus2e1MGPGrLTpmDZtWvp7uvErienamMzUZqtlzhzmzZ+f/oRU/Cmfpa2txN8yb2tbQUdHO5EoRizMjSwLOKX6hqtcIhPiw59Slsme4VmGmWNmRIn+He3ttGlztGL5Clo1/v9j7ywALavK9v+859Z0DzV0SUo3CAgKglggIQgCIiCo+CkmYKB/bLHj0w8TQbFbEZuSki6RmGKG6bx19v951t773HPv3Ekmbjx71rviXe+q3973zoqzz01vbsxfgNlz5+I5HtbMmDETU6dN5+JoauqfFk3TuUiawf4999xzmMtx6JAjP8hpTQtC/aekerUwlKgdidq0mMD6IKC/KXPWWWfh1a9+dXpldn206TZMwAT6JoERI0bgpJNOwqmnngr939U3e+lemYAJ9EUCixcv7pq38zBEv0OmPzudc+Ni3s75u+bG0s+aPYe286Cv8dG8XfPqNG9vb+e8vdpj3l7h3Lyygnl7BZWGBs7Zu8/bNcde0bxdhzX6m3qTp0ztmrcX64o0b+f8Xh9gWmbeXq2mPnreDl8bgID+5scFF1yAl7/85embEDZAFwZ1kx68CfR1Ai0tLTjuuONw8cUXQ78v+np/3T8TMAETWFsEKmurog1RT1q4dHSkg4zW1qU8dFgCLa60UFq4aBG0KJk3fz5m82BBn8RKMvM5btrM5GHJs5jOwwcttHRgosMSyRQuciZPnspDiildMpnxUqYwTpkyeXJaDMle5aZOncYF3PT0STDVqa+n0gJO3/f7HBd5s2bNTv2YO3ce9Ikw9VGyhItBLepaW1vTODQmLZg2BE+3aQI9CWizYc8998Sxxx4LfQVWz3ynTcAEBh+BjTbaCMcffzy22Wab9CZILwSsMgETMIFlCGiOqzdKNbfQ3FdvR3Sbt3POrq91rZ+3629lzJgxM83Zu8/bOe+eOpVz8amYzDn6FM7NJ5fCtHRJCl1v83bN/zVnl/Q2b58zZy7Sh6cWLIDm7BL1WX33vH2Z22tFHyCgZ1NfV6m3NceOHdsHeuQumIAJ9EUCo0ePTt/soN8V+n+tL/bRfTIBE+hXBPpFZ/v1AUhEIGLForcldKCgRVd7Wxu0YNHkUL/oa4uuhQvTJ8x0MKE3MJLMm495lLlJ5mEuDy6SMC29DlaSHRdr8+cvSIca5afUVK/qV1ta5OmrQtS++qGnImL5fVa+xQT6CoHnnnsORx99dHqFvq/0yf0wARPY8AT0e0GbLPqO+w3fG/fABEygvxCIWP4cOCLSmx2aL2verDm05tKmmKfUAAAQAElEQVS9z9vzuff8NA+fn+bsmp+v3rx9UTrY8Ly9vzw9/aGfG66PWvPqg3cve9nLcOCBB264jrhlEzCBfkFgv/32Sx9o0u8N/f7oF512J03ABEzgeRDo1wcgqzvuiBUvuiKWza9Ql6QSqEiYjljWLmLFOvgygX5GQJsPQ4cOxSmnnNLPeu7ubnAC7sCgIHD22WenDw940TQobrcHaQLrnUDEiufWEcvmV6hLUgnP2+FrMBHQB+722GOP9NVXg2ncHqsJmMCaEzjmmGNwyCGHpA8Jr3ktLmkCAAzBBPoBgUF1ANIP7oe7aAJ9hoA+VfnSl74UL3zhC/tMn9wREzCBvkNgr732wpFHHpm+erLv9Mo9MQETMIENR8Atm8CGIjBjxgwcfPDB2GWXXTZUF9yuCZhAPyOw0047pd8b+krIftZ1d9cETMAEVpuAD0BWG5kLmMDgIKCvtjnttNPWZLAuYwImMEgIXHDBBfCiaZDcbA/TBEzABEygzxLQV8W9/OUv77P9c8dMwAT6JgF94FHf/PA8e+fiJmACJtDnCfgApM/fInfQBNY/AX3/tlo97LDDFFhMwARMoFcCegNEGeXvDMUtJjB4CXjkJmACJrD+CZT/B+sNkPXfuls0ARPozwQOOuig1P3y90hK2DMBEzCBAUjAByAD8KZu8CG5A/2ewJIlS6BPg4wZM6bfj8UDMAETWHcE9Dvi6KOPhj55uu5acc0mYAImYAImYALLI7B48WLoj5/rb/ctz8Z6E1inBFx5vyXQ1NSEE044AYsWLeq3Y3DHTcAETGBVCPgAZFUo2cYEBhkBfaXNEUccAf9x40F24z1cE1hNAhGBF73oRZg6depqlhyY5h6VCZiACZiACaxvAtOnT09/k2t9t+v2TMAEBgYBrfufffbZgTEYj8IETMAElkNgXRyALKcpq03ABPoTgT322AMR0Z+67L6agAmsZwKVSgX6XbGem3VzJmACJmACJmACdQT22muvutR6j7pBEzCBfkxg77337se9d9dNwARMYNUI+ABk1TjZygQGHYGtttpq0I3ZAzaB50dg8JXWAcgWW2wx+AbuEZuACZiACZhAHyLgeXsfuhnuign0MwL+/dHPbpi724cIuCv9iYAPQPrT3XJfTWA9Ehg7dux6bM1NmYAJ9FcC/l3RX++c+20CJmACa4mAq9ngBMaNG7fB++AOmIAJ9E8C/v3RP++be20CJrB6BHwAsnq8bG0Cg4ZAc3PzoBnr2hqo6zGBwUjAvysG4133mE3ABEzABPoSAf9f3JfuhvtiAv2LgH9/rPn9ckkTMIH+Q8AHIP3nXrmnJmACJmACJmACJmACJtDXCLg/JmACG5hAhP9u3wa+BW7eBEzABEzABEygDxPwAUgfvjnuWn8j4P6agAmYgAmYgAmYgAmYgAmYwPolkGXZ+m3QrZmACQAwBBMwARMwgf5CwAcg/eVOuZ8mYAIrJ7AEmD4DmM9w5cbrxiJrA2ZPZx8WrZv6N3itXF/P4fiemwN0dK6b3sx9Fpg5C2htXzf1u1YTMIG1TMDVmYAJmIAJmMAgJbBgJvAc563raFq83qku5hx/Ose0tHUlTTN/Jtdds9fjmkfrrHns23T2kUuSlXTQ2SZgAiZgAibQRcAHIF0snnfMFZiACawDAjxQuOf3wCEB6O3+2zjhRY9r8X+AdxwMxDBg042B0QzjIuDuqVjhNf3rSHVe9U8se3EV87OXIuX/7EZ0XU8h6T74FXS7lk4BzmUfKy3A+E2B0SOQ7K65kxv56HHdB1w8CSlfY+pNvvAMalfWAcy6H3jXflhumXV1GIHi6uSh0vdPB4L/a4zj+CaOA5oagUuvZ9+4AEJxZVVgzoPAZScg9fXFP8YqXR1zgR9cjlRm7CbARhOAIc3Aju8B7ieL+kXO0ieBL/M+B+1n9lx0LQa++5G8nvffDLT/O48H780K5dU8dJmHdC2YBtxwBVJfeivzw7rnZTqfg95sSt1ZH0XXxcXx/7wCvdd7DPDXJ4AOdF21+74vei/DMa3r+w5fJmACJmACJmACJrCqBDhhm/Yv4L17Ic1dLuA8GKtxXXUGUrl3/wG9XgtuR8ov51n14elXAZM5D0Td9ZMXYbn2wT7+8F7gOs1vOad6cDnrhuxu4KXMj/eidnU+B3zn/UBQP2ojYCLnrY2Mv/L/AQ9yg16GX30xlt82bVVW8nWuM5ai6/pOkXfdchh0Wa7FGNc9T/0Iqb/DOcfflGMaOoTptwIP85ADdVcr1zxfeBMQzN+I8/HxWvMcD9zE9RhvP5Z7kcurhgJxIpZ7nc6xH/5pgFV1s5nBuf+7mKd11hj2bVP2scL0yd8G5hFez3ZbOaf/w6eQxiPGPeUTv0Dteu4nWK5dKncKuq75wNfehd7tOV//FZ+nxXWdych1Cn8GLl3ec3hc1/oDvkzABEzABNYpgco6rd2Vm4AJmMDzIJDNAH77VWCvY4GnD88rauJkN4/lfutk4IsfAj7TAnzl+8C/uOj6+deANzI84xrgqYW5XW9+hZNw6Uc0ye8uU7kYefUfqePkvoUb8YzlrvitOXJYnpS/mBv+r9gc+L8jgK9+B/jVb4CfXQu880TgHE6Gv3mPrOqkERi7F9MvAH7CSfd1PESQ/IiHBVdxQcEcDCvaUfypvwPn7A788kDgy+TxnR8C11Nu+BZw4WtowXp6YKFyLTpO3n92JXAGx/Sh/2U/fg38+bfA1y4HbjoVOIVptdbJw6q7fgm8blfg548AwrYF74vyViRLeeDw1XezHA8uPvgZ4EdclPyD7K/5AnAoF527bwn8mYcDZR06hBnGwyCMBLT4KfWdXPT+5v+AM9mvq7ho/OjBzOFhzY+/C/xAjMnsx98AjmD/Jh0F/Lhk/wPG/wcYrnvKBdNHNwNe+xfgys8B32LZ61ju+hsYP5/17Q20NDEsXEVlGD+bC94buHDUfSzl2uuA1x/PzNLxno7ehIltu+77D74HfJNMPzye/doOuO5R5hfuyfK+cxxf6XHfLyjvexTGGzZw6yZgAiZgAiZgAoOcQLUDuPnnwNH7Az+aBYwij7Gc8zJYJbf0DuDJ/+amkzkP55QsT9T5UdR3yfuAGzg305zrh5yffolztunUXfEVYAo3xMsiLVswthdw2TfZJ87nZJ+Ec7QbOLc9ZBfgkHcCp9Ds45xzttdtXlOV3G/+CnBaij+zfinauJH/nY8DZ3Ee/lHOW6//FfAnjvur1A3nmmTXDwKPc/1x5AeA73GOqfZ+xL5+lBvnnO7hAq5Pflj05fsMD9gBqE0tpwMXqRHKddz0/+8SRtaDm8q5/NYnA8ey79f/DPjDnzkn5fz0FN6TnU8H5iK/OmYDP+b8/K23Ah/7OnAb83/DQwgixLGfB/7NtVtu2YvPOesmXCvtyUOTXnKTaiL9rYYDDQxLN+8hYONtuLZ4KfB5zvN/fRPwG87hv3E17+kbgGPY+GMLSmuGrVyjHEr9h4ErPgtcw/5dR86ay/+oOMQa3kK7wlUYP5LxY7h++DHvk+5XKT/g/bvhrcwsXQBD9WAzrXm+1mPX8fm7hqz+337ACXsAnyw/KMVnKc3l9+UhEp/Bz30ZuJb9UF9+RPv3HMNKNkG3tQw1diZgAibQHwj0yz5W+mWv3WkTMIFBQWAJDxKOez8ni/8ALn99PmTOJfNI4d/3b+BKblJ/gRvQF7wO2JeTzFfwEOHiy4AHKX95CuD+fWG9asESLr7eeSxtd6bULaKYWta180CAk2UtjL7LBcH57OfxLwNeeRrw3quANx8JXMTN9se4KKwvrE8EYXvg1a8GTjk5l5NeA7ycm90TaFgbJxcad3Aj/BdbAF/nwulCbsK//rXAyZQTuVo7lONFbytE1rHW3FTg/inApm8G3vVG9vE4btaTz5suAs5gf/50IiBM87jo+cCrgH24yPwy+8p1ysrZc5FyHxcyb+Ei6iouCi59O3DSCcAhRwNvuBi4kosRHf4cxcOR+rXNMmPjTb6Fi6Hj3wJ8igu3S47MLZo2Al5zBnCqGJPZa04Cdtka2GwX6kv2pzJ+GDCsCXiW95LrV3yGBzLv4oLnLJY9heVO5hhPOZR19nwDqbhRB/Ken8i6y3up8DTen6P3ZJl6x35iJ9Tu+6mnA+eQ6Xs+CrxxL+ADbPc52dff90uBC8i5dt85lkP3odG6vu9sws4ETMAETMAETGB5BKyvJzB/PudvnFudfh1wNeeBnFqhWm+wkvjf7gW+fjPwac6lr70H3T780rPoEZxbn6i5GedEr+Wc+82cs32Ya4ZrvgE8/kiXdZpvc873Us7RTuJ8TvOzJJyjnfhyYFIjsAU311/LeeZ3mL6fBzddpTm/fQy4kwcg4FzsiJHMaQMe4KT/nE8Bn+Vhi+atJx8PvPgVwPn/A1zM+Sy40f2//wK2Pxw4nXNMtXcS+3oc56bc78Zh6nPRl9cx3GMr1Db8H2X/F+7Mctyo/znXETOeYZvrwd1SMLuC9+3kVwIv4UHFKZyfnsF5MHgY9UveW3Xjaa6RPsGJ8kfYt0vOA/bfB3jZmcBbeTi0HQ9A/vIg0PPlbJVbYyHvr1zA0ryHn+Rh01vOBsTxZXzOzn0bcBPvwW1fAn76p652F7C/b7sfePsXgfdcAryB/Svn8ifxuWFtyzg2gxe+BHgN75PuVymn8v6deEgPc839twQ0z9d67BQ+f28gq3ddAXyMBzIf5IPPcyxkXDM8yHXFH7huej+fjbdeyDK83+rLSWznaM77V75Q6tG2kyZgAiZgAmtMwAcga4zOBU3ABNY1gab9gZvvAk7hxHPnzXppjZPxBZywL9wCeNVO3fO1mLmCm9+f5AJktb4maCHwC06Yf8DqbvgYvZW46pPAY/fR6Bjg5N0Y1rlxOwCvPZoKbmb/6m6GPZ02w3vo1FeeCdS0Szl5ns3FIM4C9ppYU+cRHr509lJHnrkW/QnAWVxU/vkyYEh9tUw0jwBAnf4zGTYG+OBtwDu4cN2TY1eW1gjMXq5bxN3+O7lQBBc0J5PVsB6Wkw7kgQvrwzXAH3ssSutN7/hO3u77vg2cy3sxpLE+ty5eMBPnOm0tevefGT2Wi1beS73BwlTNLa+MDLKVDVRGpfQ4DJO6aRtgXz7DTywGeGaHdt73OcV937vnfWf59XLf1TGLCZiACZiACZiACawCgaGcxN3MeeDF3OTddceuTf1VKIpsKvCfO2j5FuCctzLkIcOjnMNrY5qpZVxv86CdXkCzh4GsZ6Eq0MG5E3N7d5y/Hs7Dijcx98Tr6ZWOc7v7OMf/wM+4wa5M6pdynXAnDwDwZm78c47aRF3Nce65K+eQf/8N8NJxgL4WtpbHiOaR6kanPKaXcdR/ifPd03igcsnrgKO4xrjxaWAB+7+M7VpW6FDmXh5e7Fe8HV9Wr6+jVVzzfJDrUh4s/JuK43YGWhiWbtzWwMU8DPko1zsLyKjUP99w/i3A9/8GnMR1JcXbngAAEABJREFU0LG7LlvbEeT0Tqq/xfXi41xvMYqH2EeFuxwA9BgOHwTl9C6rNZcni84e96VhU+AFu+R164XuJUuA+3g4sw8PQLbiWirPKXyuR/Q8FCkHJtD/CLjHJtAPCaT/y/phv91lEzCBQUCgiRvCB3EjXb+oepskVhcBc7jQwcGchEd3IONGAjtwEfIAJ8Tp01/ds5ebuucm4AOfAd72V+DorZZrhsZixTOPm/Izb6DdK4CeG+bUYnctxhiZpn4y7OY4+e2W7iUxhKcI4zXh50JwcY8xgml9N20vxdauiquHrbmQfQEn9vUVP/RP4GefBo77aT529XXf/YGxZKOFZo91QX3RWnw+T3t+z43+V/DwYwQXzrWMMtIIbLUJsDvTNxULGkZzx3aGsMzM3wMvOQfY55M8BDkVGDMkz14Tf3sefOBWYOGUZUuviPXjfM7uvB24jQu1W/7BQwwe7Cxbwwo0XPQ+uQDYkgdao2jWNBwYp/t+I7CI95mqLsf0ivrSZeiYCZiACZjAuiTguk3ABLoItHD+dRDngaM4cde8necHXZkrif3nP0if5n/7ucCYvQFtav/uAeARzo16K9rEOWC9vuMp4BMXAtu9Cxi/fX3OqsUn8DDjiMuA/14M/Hl+XqZtMnA/57g4Dzhss1y3lPO0m+4FTj0AGD4619X7ozcGDj4GOJIT10ZyqM9bWXzx34HPPwFsfTCw76bABacAl3GNsWQ9vPG7Edc8u/NQo7Guk/rqqb/z8Aeco79Sk1PO2efwkAQcX0tDnSGj+kqpXQ4HnrsH6KQdVct1zU3LzUJ9+7LSYYam/zvycKW3dRa4DjjmDOBhHp4tnKESwJab5+GMx/Kwm885dLd0kVCXnubJzl3lXJ5rnP9M41iK/FUK+Gw8Vzw7Y1lAX5m77UnAnVwjLHMox2ejspy+sKidCZiACZjAOiDAX73roFZXaQImMJgIrLuxruQ3VDsPEObrHWMuMiqaudb3hDPoJk6KsRRY1QXYvPuAn3Dx88jbuIg6jJWtYAL/8SuAY3jAcjwXRZ+n6YVcrDFYxo3nAkbK9pny64R9BxdbdZreo1xIbc6+DLmNi6GXAj/4AzCVi8G5c4GFc4BFi1ms59ipWldu4XVA7AkcxUXObscDR7A/N/DwB2t4CYPWVgdwsTqk/qNkdfVNmsjFINMPcCHMILkYyuC9wPFclB3J+3AE79lHuFoe1+vqiLar6LZ7Ew3J9nUMr/o68NDTPGTjwnMemc/mgdsyp1xBe7pPvZH3h4vhA7loPZj3a1ve28NOAK5/hJk9XY/7tfRZ4FsfBj72K2Cv1/HgTvabAFscCrTwMGZf3XcegHW770to9DzHyhrsTMAETMAETMAETGDDEuCc5pmHAe7149It2BXO/y++kgcRnwKm1839mFNzl74FeMnRwIuPBI5ieOgRwN+4EX7De4Ddtftcs1zFCNcNp53MOrl2+PQn8zJPPwd86Hucy10CjKZe2k4uKvSSyHac3y9v3lph/yWyXx355Y259TGvZjgemHQ6w68BfyefVflQEa2ft1vKtl7Oue0RLwYO56HDzZSpPAQawZr1xsM8HgpgV6BR83Dqaq4BaB7OlNZOZMRYr05/b+N2LpyO4dxW964mbO/olwCfZqn6afKzxYHCjjsxoxenDwTtvB8zfgt0Fm+ebHIi8FKq3v9a4H2fAe55HJjNufxczuWX93ZK02jgh28F9inn8ocC2zO+P9c8n72TlfV0HH9DpUvZMQv46Zf5vHyEOq5PuDRFA9cvO3B9gP/jc3UWcC37+Kz6QVnANdx8staH2ViiPzr32QRMwAT6HYG6X9v9ru/usAmYwGAnwAl6AxcsmAFUO3uBsYIJeL11NDDFTe8/fRe4cjLwOCevzay7uoLyesX5sBdxosyJMfeqsaCYoLOm7q5YsUT9b1vVK1G73a17TR3wKuDfnDQfw4n9647hgmgUMJaLu5FbAhf8PxZhnH7v7hngs58Fvs5J+Qrli8DnuPJMk/Hea0raCg8q3n4csP8BwOu5uriM8nO9551y19wTjuWVbuNiqo2Zo7T6YpicCuwPHHgI8KKXAT8jnxt4SJTynocX44D2KVzA7MBF0/nALlsB48YAY8h8yzez4nGUeqd+MP3pv/AwigureVzUzOKhyZ8/CIz9K3DqmcBPuPCiSXLpj3f+GtCCrZShfIA+/CfgaC7af3oOatcBXADfy3Gl+07Ok9iHsbzXuu8X6r6zXzVjR0zABDYAATdpAiZgAibwfAnM5Lzpt2/ipjXn4UO1ic4Kx14EHMAN4m89ATzdyxx/tz2Aww6nHEHhfPyIY4FRtwAncw5/JzejWcXqO+5av4eHHb/+NvAlHkY8+gXgqbdyrrkRur2ZoOmX1gjFFHD12+mtBA96/sa5JN4BcFjJYtvNgXdx7nfSl7D8r/Aio2uvBr66snk+6/jCN4Apy1uvpBYBbeq/8n+AFx1MOYXrjw9zvv9LQLcgaJPWXTOZ1ieYmK536SukVgZF+TzMqN073T8JB33oYYBenJdJWW/5lkS9rswrwyX6MNh4psp11RDg95yTf5Lrp6vIcy/O6cfzpo0ly1En0o5c6XdzSzl/v/hXwGKutTSXn821wK1cP+3Hcv+zL5+H++rMK4z/F93m8k0TgLOvAXZke3M+ivwisL2OAR76I9eLtD/9OGAT1jeWMmpH4CQ+X6g/7clL2TcBEzABE1hHBPTrex1V7WoHDQEP1AQ2EIGWFmCjbdn4VEpx0MBYcnr9esFzjI4EOP/ECi/urt//L+DET3IB8Qdg8xErtE6Zr+Ki4LL3AR++iIstTri/V7fJnQwKb+qTeWSIPtGWR9HJxcoSLc5GF4pVCHbkwu4SLg5l+tmfAXexv3fp67rOo0ZvJjDo1fFw6J7HgEe5gFyhcGJ+3929L2jq6x3GRcBnuPl+1SeAb3GhejXbP21ngGcU9WarHNdB06m0vpV9XLqcSvTpL57jYOutaVi4bCkjrwLefwXw5e8AF3FldP5nueAh7x6PAg1XzzVuBlzIBbQ+tHXR54C/3gzccQfwl8tYz3JYD+MzIxk1igcmvNcvOgP4EQ81cDsXzyxf9iktDrcErv0B8G32+1vfAn7CQ44/UP54FZZ5VtN9J2Pw+mz9fVfntOCj3s4ETMAETMAETMAE+iUBzt9mTQU4BcfujYD+5sa/OHe6l3PSwzVf+gkwS5PAHoM781zgisuBD30A+CDngh/7CvDDnwLDPwP8jAchxZ+D6FFq5ckX88BjF7Z38ZuAt3ND+5unARO5uV2WbOSi4lVM3MZ59aLlzAn1oaxqOfGj7aq4O7nBfhfni8dtBdx9J3Ab5/nTpgEjX8bSnHc/rXkvo8s49uGOR4HH2J+VzfMfJNPZvRxc1NfZxLXVeZ/m+obz4M9z/N/nwcmfXkemPFCoNAObbE9r3i90MKxzGeudx4MRcB6MFewwVbnm2u8lwGXvR7p3un+l6D6+nHXWV73ZWIDLLDz6EDN6cZpXP/5vZhxEu2EMSzeCa4NPAe9k+vQPAn/4B9Jc/k4eFmEylT2cblfLcEAHcJrLj+Va4IATga/y0EimD/I5rPWLz6x013AOX87lf/QL4BauIf/ENseEcrtkp6OB89+Sp7/8O+BO3tu7OO///KnU1Spl3M4ETMAETGCdEljBf0/rtF1XbgImYALPnwAPN5p3YjU3APOKyShTyc3gRP2+HwMnHAqkT91j+dfDnIhe+1Juen8ROImb+Zz7L9+4yNHfuFB0NBdFE1/DGBddve3fP8gNeeZikj7SpAhlxhxgOifrp76QiVV0s+4C3vVm4Bgu7C54JbDXvpQDgB10KMDFz3Kr2Rv4ChcyV14JrFC40PkCF5F606FnXUt4iHIvGd07pUfORsDmu+U6ZueR1fRHcTF1xGHAr7hoWNjbhj4XfI8+BTzIel/SkxcXDXo7BLwHH/k+cN71wFVfAx5Y01Uv25DrmMf+kMc33gxcwIXvi7io2mcfYP8dmcvniv4yTguwnsqW/XLN/E6gdosYB5mdxkXPma8HzjoLeDUPt7Yfldv29HXfL70QOLbHfd9e931hT2un1zcBt2cCJmACJmACJrDmBNrnAg9x7qYaPq05F+dO+3N+e9hRwCc05+Jc/i5uuC+RQZ2U8/A6FRo4lzqFiru5Eb+4ZwHqV8ltDFzzOVr+F3iO88C9NuemOJOla+Fu/MEHAzf9lXM7zhdLfRnOexb4Bze3//QA0KFd9TJjRSEZ3E37W2lzBw9g9t4XOHB/zvOPBy7n3JZqXKFMRXoK58Af5zz/Iyub5zP/M7TbfVzPCpjmXPux+4F/3sN4D7fL5gCnqfiN3rIeCjTtSoM/cd3VzrDO6W/63c37+KIDaUO7uqxlou2cvy+jLBQ9s7bnumwn5j12B3r9sFU2H7j2OuCFZDZiYxqWjux/92HgUycC558FvOQQQHP5vdX/0qZH2NtcHttz7UW7RTy40ePIKKA1Jw/n3sB6y7n8SScAO09Iuct408juf3kAcshXgQuOAXR/9+L93ZmHXWA/lylghQmYgAmYwDohUFkLtboKEzABE1jnBBob8ya6/dFDTrDHcPK4C7N+wIk7g9xx9vwMd8w/z9TZ3GxuWt5vuuITOj/9FHDDRcA5JwHjh7PQargKN6JfwDZwI3Ddvd0LzuJi5lougrAn8Mq6CfcTPFC4FsBxe9BbBddJ+59cA/yGk+SrzwaGlGW4mb7ST5hxjMOGAkNXRXgYQfOy9q7wP8DnOFHf40tdqhTjSmBO8SkqnoUkVek1NSJ9Yiu9Kl8qewmHTQT25QY/vgN8//dAzzOQJ/7OcXPRBi4cjhjTSwWFasy+wDvJesTHuNj5JvBsz4oKu1UJ7uJi+xwupvSpvx3Yv7KMvvu4jPcMexvnw7/IrUbzmaLLE/L5fCpYmei+//j/AA4LV5+D1bvvK6vc+SZgAiZgAiZgAiawZgRWWqqRBwV06G1+VF94wSzgA9zk//DXgdvvA+65B7jnHuDfnFPf+gPgihcAb+SG+0LOOevLqf76tOKaN/FcAltxk19vMki3JrI/57wq977DgB15AKB4KUN4yLLPpUxxnqg3fRdyLs5U7ji/e/QPwOHcDP8b+5tVcvXK/CkPA3d9BHjFt4Df/xu45x7gnnuAe8jg/puAN70c+MFly86Ry3qbVmWOLxstIKIsVRdyffFTbs4fuhfwTJ1a0afnAHcysvWm9OiGbQscyfDHXOPw3ISx3D3HddfljJ7JA4uRbIvRteJG8UDljS/jOo3z4d/w+ehZ6U1cH32XyjP2BnaoWyc89mvgNXymPnIGsPfWNChd/f0qdUXY27M69RaAyxMM5+EGb31hyYAHIitaF9AiucVcw/2Ci75v7wN8+VSghp/PyqqUhy8TMAETMIG1RmAV/1tea+25IhMwARNYZQLtjwLf+DYn/VwY/faPebGfcRL5Pcof7s7Tuz+gUEQAABAASURBVPHw4exzuUB6BzfpaXv77cCPvwJ8lgcFu30c2G8zYGW/6KZyQfC2k4A96z85lFe/cr8ReDnbP0OfBLoQ+CIn6D//JfvADf0r3w9cczPwFc7MNw9g8XPAH7k5/8Xv5dUePzYPV+hzUfLvfwJXfhG4nHXtVDe5X2G5tZg5lAc4h/KACFfxcIGLCY3vxl8BXyLfr+g7C77ABSLbWzof+BMXhN+jfJ+79vr734/yvl3H+/ULrkhncLFAs+6Ohy67vwT4Gu/fFacBH2GdP/gp8LffAV/lwdT7P8iDER4U3cPF5ojuJbunyHeHo4F3k+133gW8/zPAGr0g8RhwBu/nGznWl3EBvOK3gdgFtksf/+Q9v07j5li/y3v8ZTJ5zyuZczxw8JFY6TNIy+5O9/0fwJU8dLqCi68XrMbXpXWvyCkTMAETMAETMAETWPcEWhcDv+I8+Puct/+Y87//sMm7fw5c933qOQ/kXjo1dY5znaduAO7bAjiYc679OKffg3M+yQt3Bw54EQ8TLqH9FcBDxRsdwaTcjdyVLudd3+dBydc+B3yac0hOH/FSzsknrmzyr0p6yEx2+O+/AfRGBU4E9mP7w3vYgPP+Xan/9ruBD50JfJTzxW9zjH/8ST4vvvrtLPAG4PSdgCZGV+o4N37icYBLF7z9pVyLvBDQ+JPsDux6JHAEN89xG/Dznm9ir7TyVTQYBhx3QG77fs7rr/0Z8Lsbge99GfjM14CZzHozx8MAW/BA6Hzej09dBHyCc9Rb/wX88hvApy4FRvwPsP8OwFAZri1pBt7Ie7sT5+fnvAX4NPvzC/btlz8is48BL3kn8Kr3AWceDXAYeavTeG9eAbzoHOC0Y4Fl7mFu1c1nM7iba5fry7k8D1a+yrXXZVwTyFBffawDPcVXWXhvn+Jzf8Hngf/7LO+l5/KrjM6GJtB3Cbhn/ZlApT933n03ARMY2ATaueF/HhcRrzsVuIob2hrtB94EvP504HqtcKho2hR4+0d5ADIRuIS2B3ACf9Jbgdu4oX4tJ76br2DWW+VCjVXgta8DzjoCWtMoWZNq8Xp3KyewXco8Nr8oq9TQSZzYcmHyRvb3LZwov4qT7pPOAj7HBdG3eVBz7m6yAhbPBn71RuA6TrA/y4OasY25vt7vYL0LqFjMRSEDPP1v4AOvAZ7hpv7Fe0pTJxnrnMv09PxtbMbWjeNK5kwuKq99HXDp+VxocHwvOQG4mNy34+JoJjmr4UXs+GdO4/2hXED7u6i8jfftNN6vV5LF5PqPijGvdM0TgHOvBP7AReRV7wFex/Ee/jLgQi6m7j0ceIhl99iitOZYOzluHgqABy76I5Rljr7q7DAuWL/Per55OTDyQ2VOXUhmU/ns3E1mddpa9P07Ao9tBLyCY920uaZOkfS8/BdoLZ4LKZOOke9wMXgax30Gx3om7/FFfAYfY///w0X5fnw2aQK95j5Xi9c/pNQKPd33KziWyVxgX7RHD1OOYXF53xnvkeukCZiACZiACaxbAq7dBHohsJTzvBM4Dz6D8/ZLP8WDDdr87v3AaWcAH+DcawbT9a6jFfjge4FtLwQ20+vc9ZmKc/45aWdgd8bfyAMVTb8yzgGZxBc+wXqLedcZnLNdcAlwJTe+f3svcALnTRUZUVp5qAFKWzGvpmq57jYeYrzoeOA9PJT56mXcQN+sd9OmccAZ3HT/GTfgP8b55hteBbyUc7aLWWbh2zlv5SHCTrTpWbqDfPThoHKOr/yFzwC3vJ6xc4FdlvNJnxMPZD7dl3m4xGCduN3I8FEeXH2X643TXw287CXA6y8CbpgI3MM58/hi979hLHDy24Bv0v4DFwMH7c8583nAV3cDfsOx70775XaQc9ZpvI/3PLtcC+gZeXIRUNzmZDiChyq3TAY+wnn5Oy8AXsm+veJk4M18dk75LvA9zvc35rOSjOl9g2meueFMzqG3HUJFvSvWdAv57JXqKuN/ZuJGrh9OLZ6pM7m2ufAtwDW7Avc+BxxVPgscwxJ99RmZ9PqVWayndNOfBE5hP7fiWuhoPsQFwjybz2Mb68VTXB6wzlxp3wRMwARMYF0SKOcG67IN120CJmACa0Rg2BsATS57k29y0ltW2rAx8KFf05YT2BmcTC7k5PaJ/8cFEzfWS5vewk14mKK6f/hBoLc1x/hDWScnpa86uq70VrnuQxcCdVo0bQL8L22zDmDuTEATa9V9Jg8tmgrD8dtx8s5Jcztn9ZfsB5SfYkPdtS8XEyr31mLDf8u9gF+qXh4obFQ3uU9FRgHnc4Ep+96+CiDZrCWvgQdJp3E1obb0Rw7ncBw6fPjhhcCEYXkj43kQ9Gv1tTfh5H9v9je3XNZv4Nhe8p6c7QLym8UN/nbW8wDv40485KovMWQb4M2zaPsRYCL7VZ+n74l6XVFP9oFuOXmCC7NfsN7sx3myp/9R5XFhdsKWPXOAURxrxvyTD+nK26TQSd9THuDifNuR6LrP44HPcgNAdljJpfv+K7aVcXHd232/4NNIPxvr+r6vpJvONgETMAETMAET6AMEInqbVa7fjo3mpr/mOL3JndxcfkGP7jRy7vdzznX+wzn9zuVkuYfNCw4H7qXNo6cjvVExYr98/tNbG9kfgGO50VypdFVy4r9ofxtwzErWBCrxsjcDz3EO2sn2zuf8XbrlSYVz2ldyg139WMQ56ew5bIflfs4Dn52W09aBPCSR/fl1b3OP2A54F8tl3wA24pyxt/aaj83r/jsPW3rLXys67s7vwM169U9vdM/kmNq4psn0ISSus+rbCN7nczjH1R8+n8V119wl7N+1wGGb11v1Eucc/OeqczlzcJW4liz+9g6AWJSsyRiuMS7i/c1YXl+bNm8h26TtdTxcG97jA2Vv/Gqed+6OteJdkRPyvHe/oks14TW5TmNfRn7E9STn77VHivd9Vddem7B9PbtP8mBoi2Fd7aUY140n8EAr+wsw0W+GJCT9xXM/TcAE+i+B2u/y/jsE99wETMAECgLNnERykjp8OYuowmrdBlxAjObCZzj70rOhYN5ITpwb+/lv3lEc3xiOY10ttUew/nFcDPRYz/TE6bQJmIAJmMCGIeBWTcAE+hiBTDu3faxP/a07+rDPeM5BV3eaPowHAmPrDjX627h79reFBzETOKYmrlt65nVLc6I+juuu0T3fsuhmtJYT7NMI9m3U8LVcr6szARMwARMY8ARW9//3AQ/EAzSBVScwsC07OjoG9gA9OhMwgbVCwL8r1gpGV2ICJmACJmACa0ygs7Nzjcu6oAmYwKoSGJh2nssPzPvqUZmACXQn4AOQ7jycMgETKAjMmzeviDkwARMwgeUTmD9//vIznTMwCXhUJmACJmACfYrA3Llz+1R/3BkTMIH+Q8Dr/v5zr9xTEzCBNSfgA5A1ZwcXNYGBTGDq1KkDeXgemwmYwFogoK/c8O+KtQDSVZiACZiACZjA8yAwZcqU51HaRVeVgO1MYCAS8O+PgXhXPSYTMIGeBHwA0pOI0yZgAonAI488kkJ7JmACJtCDQC1ZrVbx6KOP1tKOmIAJmIAJmIAJrH8CDz/88Ppv1C2agAkMCAIPPfTQgBiHB2ECJrDOCAyIin0AMiBuowdhAmuXwMSJE/H3v/8d+nT32q3ZtZmACQwkAjoA+ec//4mNNtpoIA3LYzEBEzABEzCBXgj0TdX48ePx17/+tW92zr0yARPo8wT+9re/Ydy4cX2+n+6gCZiACTwfAj4AeT70XNYEBiiBkSNH4tprr0V7e/sAHaGH9bwIuLAJFARaW1tx3XXXYcSIEYXGgQmYgAmYgAmYwPokMGrUKHz3u99dn026LRMwgQFE4JprrsHo0aMH0Ig8lLVOwBWawAAg4AOQAXATPQQTWNsEKpX8V8Ptt9++tqt2fSZgAgOIwG233ZZGU/7OSAl7JmACJjBACXhYJtAXCTQ0NKRu3XXXXSm0ZwImYAKrSuDee+9NpuXvkZSwZwImYAIDkEC+yzkAB+YhmYAJPD8CQ4cOxQ033NBbJdaZgAmYQCLwne98B2PHjk1xeyZgAiZgAiZgAhuOwK9//esN17hbNgET6JcEfv/7369Kv21jAiZgAv2egA9A+v0t9ABMYN0Q0Hf6//KXv8SUKVPWTQOu1QRMoF8TeOaZZ+ADkH59C9351SbgAiZgAibQNwlMmjQp/R2QadOm9c0OulcmYAJ9jsD06dOhv+W36aab9rm+uUMmYAImsLYJ+ABkbRMdDPV5jIOCQGNjYzr80CHIoBiwB2kCJrBaBH70ox8le3/9VcJgzwRMwARMwAQ2GIGWlhbcd999uPHGGzdYH9zwACbgoQ1IAn/9619xxx13QN/8MCAH6EGZgAmYQB0BH4DUwXDUBEygi0BEYPz48dAByAMPPNCV4ZgJmMCgJ/Dvf/8bv/jFL7D55psPKhYerAmYgAmYgAn0RQL6MEJE4Fe/+hUeeeSRvthF98kETKAPEXj88cfT74u2tjbo90cf6pq7YgImYALrhMCaHICsk464UhMwgb5HQJ8G+c1vfoPf/va30OSo7/XQPTIBE1jfBFpbW/Hzn/88fdXGkCFD1nfzbs8ETMAETMAETKAXAiNGjMAPf/hD3HTTTWhvb+/FYo1VLmgCJjCACHR0dKR5/Pe+9z2MGjVqAI3MQzEBEzCB5RPwAcjy2TjHBAY9gYjA1ltvja985Sv43e9+h87OzkHPxAAGMwGPXQsmvRV2zTXXpN8NJmICJmACJmACJtA3CEQEttpqK1x99dXpEKRarfaNjrkXJmACfYZAlmX429/+hk9+8pPp90VE9Jm+uSMm0PcIuEcDiYAPQAbS3fRYTGAdENDfAlmwYEE6BPnXv/4FTZrWQTOu0gRMoI8T0EbKrbfeiq997WtYsmQJ9Luhj3fZ3TMBEzABE1gbBFxHvyHQ1NSEWbNm4Utf+hLuueeeftNvd9QETGD9ELj33nvx+c9/HjNmzIB+X6yfVt2KCZiACWx4Aj4A2fD3wD0wgT5PYPTo0fjjH/+YJkv3339/n+/vuuqg6zWBwUxAf/fjC1/4Av7+979j5MiRgxmFx24CJmACJmACfZbA2LFj09/w+9znPoeHH364z/bTHTMBE1i/BB599FFcffXV6ats9bc+12/r/bM199oETGDgEPAByMC5lx6JCaxTAttssw2uv/56fPCDH/QnytYpaVduAn2PgN7++vCHP4yf/vSn2GKLLfpeB90jEzCBdUnAdZuACfQzAttvvz2+853v4IorrvAhSD+7d+6uCawLAo8//jguv/xyfOtb34J+P6yLNlynCZiACfRlAj4A6ct3x33rYwTcnW233RY33ngjTj/9dPzzn/80EBMwgUFA4KabbsLJJ5+c/liivlt8EAzZQzQBEzABEzCBfk9Am5y/+MUvcP755+P222/v9+PxAExg/RMYGC3eeeeduPjii/HjH//Yhx8D45Z6FCZgAmtAoLKZDa4nAAAQAElEQVQGZVzEBExgEBPYaKONMG/ePBx66KG1vwUwiHF46CYwYAksXrwY+vqMo446Cp2dnfCr8gP2Vq98YLYwARMwARPolwT01uYjjzyCAw44IL0Ror/h1S8H4k6bgAmsNgH9vF977bXYd999oUMQfaPDalfiAiZgAiYwQAj4AGQ1bqRNTcAEcgJDhw6FJlAXXHAB3vCGN+C2227D3Llz80z7JmAC/ZqAfpZvvvnm9KbXJZdcAr351dLS0q/H5M6bgAmYgAmYwGAloL/btfXWW+Oss85Kb4Pcdddd6cNMg5XH6ozbtibQHwnow4r33HMPLrroojSf18//mDFj+uNQ3GcTMAETWGsEfACy1lC6IhMYXAQaGhqw3Xbb4Q9/+AMOPPBA/L//9//S6/VPPfUU2traBhcMj9YE+jmB1tZWPPnkk7jlllugv/VxyCGHpD92rp/xSqXSz0fn7puACZiACZjA4CbQ2NiY5u0/+9nPsM8+++DjH/94+kT4M888g/b29sENx6M3gQFAQD/H+nm+++678clPfhJ77bUXfvjDH6afe/38D4AheggmYALrj8CAbMkHIAPytnpQJrB+CEQEJkyYkD4h/tnPfja9Xn/llVfiuuuuw5///GdoAvb0009jwYIF66dDbsUETGClBLIsSz+T+tnUp0D1Nz5+8IMfpD+UevDBB+PLX/5y+pkeO3YsImKl9dnABEzABEzABAYmgYE1qojAxhtvnN7ivuqqq9LX4ugDTOW8XZ8Y1wbqwoULB9bAPRoTGIAE9HM6efJk6Of2L3/5C66//np87GMfw957742PfvSj6ed800039Vx+AN57D8kETGDNCPgAZM24uZQJmEAdgUqlAr1aq0+L65NlesX+zDPPxOWXX54mYp/+9KehA5IvfelLsPRDBr5vA+q51c/ipz71KWjz47LLLsPrX/96nH322fjd736XPiWm7wvXz3Tdj7ijJmACJmACJmACA4SA3uLefvvt04cdtGmqOfs555yT5u16M0Tz9quvvnpAzX28/vD6YyA9A/r5/MxnPpPW2VdccQX086v5vP7eh766Vj/f+jkfIL+yPIwNQcBtmsAAJOADkAF4Uz0kE9hQBCIC+tS4Jl1NTU3497//nT6N8pGPfAT/8z//g4svvthiBn4GNvAz8I53vCN9ZZ1ei7/vvvswZMgQ6Gd29OjR/pTYhvrl6XZNwAT6JAF3ygQGMgF92GH8+PFpDhAR6c1tbaDqqzDf/va3e762gedrXjd53bi8Z0A/nx/60Iegn1e9za3fU5rL65sZ9HOttMUETMAETKA7AR+AdOfhlAmYwLIE1kijT51oY3XcuHHpFVxNyizbp0WmOZjDhn4Gtt56a+hnUz+jXiit0a84FzIBEzABEzCBAUNA8/ahQ4dCByLlJ8g39FzF7Xu+7Gdg+c+Afk7186qfW/38Yu1ers0ETMAEBhyByoAbkQdkAiZgAiZgAiZgAiZgAs+bgCswARMwARMwARMwARMwARMwARPo7wR8ANLf7+D66L/bMAETMAETMAETMAETMAETMAETMAETGPgEPEITMAETMAETGGAEfAAywG6oh2MCJmACJmACJrB2CLgWEzABEzABEzABEzABEzABEzABEzCB/k1gVQ5A+vcI3XsTMAETMAETMAETMAETMAETMAETMIFVIWAbEzABEzABEzABExhQBHwAMqBupwdjAiZgAiaw9gi4JhMwARMwARMwARMwARMwARMwARMwgYFPwCMcyAR8ADKQ767HZgImYAImYAImYAImYAImYAKrQ8C2JmACJmACJmACJmACJjCACPgAZADdTA/FBExg7RJwbSZgAiZgAiZgAiZgAiZgAiZgAiZgAgOfgEdoAiYwcAn4AGTg3luPzARMwARMwARMwARMwARWl4DtTcAETMAETMAETMAETMAETGDAEOjXByBZlg2YG+GB9EUC7pMJmIAJmIAJmIAJDAwCfWHe3Bf6MDDupkdhAiZgAiaw9gm4RhMwARPoGwQ8Z17796FfH4BUq1VI1j4W12gCJmACJmACJmACg5SAhz3gCGi+LNmQA+vs7NyQzbttEzABEzABEzABEzABE+jzBDRnl/T5jvazDvbrA5COjg6sy1OxfnYv3V0TMAETMAETMAETMAETWIaA5suaNy+TsR4Val/9WI9NuikTMAETWC0CNjYBEzABEzCBDU1A82V/cGjt34V+fQDS1tbmA5C1/0y4RhMwARMwgcFNwKM3ARMYYAT0KbL29vYNOirN29WPDdoJN24CJmACJmACJmACJmACfZiADj80b16PXRwUTfXrA5ClS5f6K7AGxWPqQZqACZiACZiACZiACawJgYhI8+XW1tY1Kb7Wymjerk+0rbUKXZEJrHUCrtAETMAETMAETMAENhyBiHze7gOQtX8P+vUBiF6l18nY2sfiGk3ABExgEBPw0E3ABEzABAYMAR06aL6sefOGHJTeQPEbIBvyDrhtEzABEzABEzABE+iFgFV9hoDm7Zqza+7eZzo1QDrSrw9AdA+WLFnir8ESCIsJmIAJmIAJmIAJmIAJ9CCgQwfNl3uoN0hy8eLFfXrevkGguFETMAETMAETMAETMAETIIG+NG9ndwaU6/cHIPPmzfNCakA9kh5MHyDgLpiACZiACZiACQwQAvok2fz58/vEaDRv7xMdcSdMwARMwARMwARKAg5NwAT6AIGI/OuvFi5c2Ad6M/C60O8PQPRqUF/5VNvAezw8IhMwARMwARMwARMYLAQG5jg1T9Z8uS+MTl+Dpf5ERF/ojvtgAiZgAiZgAiZgAiZgAn2CQPn2R1+Zt/cJKGuxE/3+AEQsnnvuOUR4ISUWa0VciQmYgAmYgAmYgAmYwIAgMGvWrD41Ds/b+9TtcGdMwARMADADEzABEzCBPkGgr83b+wSUtdSJAXEAok+T6ZX6CB+CrKXnwtWYgAmYgAmYwKAj4AGbwEAiEBGYM2cONE/uS+Nqa2uDvpIrwvP2vnRf3BcTMAETMAETMAETMIENQyAin7f77Y91x7+3A5B119o6rFmfJtODEuHF1DrE7KpNwARMwARMwARMwAT6OIGISAcfffVTZOqX5+19/CFy9wYTAY/VBEzABEzABExgAxGIyOfts2fP3kA9GBzNDpgDEH1XmhZTnZ2dg+POeZQmYAImYAJrmYCrMwETMIH+TyAioPmwPhzUV0ejt1L0dor62Vf76H6ZgAmYgAmYgAmYgAkMZAIbfmwR+bz92Wef3fCdGeA9GDAHILpPep1ekmWZkhYTMAETMAETMAETMAETGFQEdKgwd+5cLFy4sE+PW19fu2DBAnje3gduk7tgAiZgAiZgAiZgAiaw3glo3q4PBS1ZsmS9tz3YGhxQByC6eXplyIspkbCYgAmsLgHbm4AJmIAJmEB/JqDDBM2DtZDq6+NQX/X2tg5qFO/r/XX/TMAETMAETMAEBhYBj8YENiQBfZORPsTfH+btG5LT2mp7wB2A6AGaOXMmtPhbW5BcjwmYgAmYgAmYgAmYgAn0ZQI6RNAiSl99pfhq9HWDmWrePmPGjD7/tsoGA+SGTcAETMAETMAETMAEBhSBiEhvQJfz9gE1uD48mAF3ACLWWvRpMdWfFoDqt2VDE3D7JmACJmACJmACJtD/COggQfNefQhI8+D+NAL1V997rLdB+lO/3VcTMAETMIH+TsD9NwETMIH1SyAi/5sfmrNr7r5+Wx/crQ3IA5Dylur7j6dMmYKOjo50uhYRZZZDEzABEzABEzABEzABEbD0SwIR+afH2tvbMXnyZOhvavTLgRSd1uv/U6dO9by94OHABEzABEzABEzABExgYBCIyOftra2teOaZZ6C3PwbGyPrPKAb0AYhuw9KlS/H000+nh6utrW2FByGyt5iACZiACZiACZiACZhAXyUQkS+gNK/VoYfmuYr31f6uTr8WL16cFoX6KluNSW+HRPgDTKvD0LYmYAKrTsCWJmACJmACJrAuCUR0zdvnzp2b9qf14aV12abr7p3AgD8A0bD1tQB6vWjatGnpIGTJkiXo7OxERNREdhYTMAETMAETGIQEPGQTMIE+TCCia76q+avmsTr40LxWr87rkKAPd3+1u6Yx6qtsp0+fnv6mn8aruXxEF4fVrtQFTMAETMAETMAETMAETGAdE4jomq9qTqsP92jerrec+9DXva5jCn2z+kFxAFKi1yfJdBCiBZUWjDp9W7hwIfSWiB5MLSAjuh7WCMcjzCDCDCLMIMIMIswgwgwizCDCDCLMIGLdMtC8VPNTzVM1X9VXRGkeWx58aF5bznEHYqivCCgPQjTuuXPnpj+WLh7iIj4R6/YeRLj+iIHMwGOLMIMIM4gwgwgziDCDCDOIMIOI1Wegean+/ILmqfXz9nL/2W99bPjVyqA6AClx66HUq/VaTOmPLmohqdM4if5miGUKzMAM/AwMomdgisfq593PgJ8BPwN97RnQvFSiearmq/rwjhZU2vwv57SDIew5b9dCUlwkfe2euT/+PeJnwM+AnwE/A34G/Az0+WfA6/+1vuepeanm7JLBPG/vy2uTQXkAUn9D9Eq9Flb6lJlesdfrSZbFMAMz8DPgZ8DPgJ8BPwN+BvwMbLhnQPNSzU81T9V8tX7+Oljj4qBP0ImL+Dzf59PlN9zzbfZm72fAz4CfAT8Dfgb8DAyUZ0DzUs1PPW/vu6uUQX8A0ndvjXtmAuuNgBsyARMwARMwARMwARMwARMwARMwARMY+AQ8QhMwARMYdAR8ADLobrkHbAImYAImYAImYAImAJiBCZiACZiACZiACZiACZiACZjAQCfgA5CBfodXZXy2MQETMAETMAETMAETMAETMAETMAETGPgEPEITMAETMAETGGQEfAAyyG64h2sCJmACJmACJpATsG8CJmACJmACJmACJmACJmACJmACJjCwCegAZGCP0KMzARMwARMwARMwARMwARMwARMwARMQAYsJmIAJmIAJmIAJDCoCPgAZVLfbgzUBEzABE+gi4JgJmIAJmIAJmIAJmIAJmIAJmIAJmMDAJ+ARDmYCPgAZzHffYzcBEzABEzABEzABEzABExhcBDxaEzABEzABEzABEzABExhEBHwAMohutodqAibQnYBTJmACJmACJmACJmACJmACJmACJmACA5+AR2gCJjB4CfgAZPDee4/cBEzABEzABEzABExg8BHwiE3ABEzABEzABEzABEzABExg0BDwAcigudUe6LIErDEBEzABEzABEzABEzABEzABEzABExj4BDxCEzABEzCBwUrAByCD9c573CZgAiZgAiZgAoOTgEdtAiZgAiZgAiZgAiZgAiZgAiZgAoOEwKA+ABkk99jDNAETMAETMAETMAETMAETMAETMIFBTcCDNwETMAETMAETGJwEfAAyOO+7R20CJmACJjB4CXjkJmACJmACJmACJmACJmACJmACJmACPRnxFwAAEABJREFUA5+AR0gCPgAhBDsTMAETMAETMAETMAETMAETMIGBTMBjMwETMAETMAETMAETGIwEfAAyGO+6x2wCJjC4CXj0JmACJmACJmACJmACJmACJmACJmACA5+AR2gCJgAfgPghMAETMAETMAETMAETMAETGPAEPEATMAETMAETMAETMAETMIHBR8AHIIPvnnvEJmACJmACJmACJmACJmACJmACJmACJmACA5+AR2gCJmACg56AD0AG/SNgACZgAiZgAiZgAiYwGAh4jCZgAiZgAiZgAiZgAiZgAiZgAoONgA9ABtsd13gtJmACJmACJmACJmACJmACJmACJmACA5+AR2gCJmACJmACg5yAD0AG+QPg4ZuACZiACZjAYCHgcZqACZiACZiACZiACZiACZiACZiACQx8AvUj9AFIPQ3HTcAETMAETMAETMAETMAETMAETGDgEPBITMAETMAETMAETGBQE/AByKC+/R68CZiACQwmAh6rCZiACZiACZiACZiACZiACZiACZjAwCfgEZpAFwEfgHSxcMwETMAETMAETMAETMAETMAEBhYBj8YETMAETMAETMAETMAEBjEBH4AM4pvvoZvAYCPg8ZqACZiACZiACZiACZiACZiACZiACQx8Ah6hCZiACZQEfABSknBoAiZgAiZgAiZgAiZgAgOPgEdkAiZgAiZgAiZgAiZgAiZgAoOWgA9ABu2tH4wD95hNwARMwARMwARMwARMwARMwARMwAQGPgGP0ARMwARMwARyAj4AyTnYNwETMAETMAETMIGBScCjMgETMAETMAETMAETMAETMAETMIFBSmBQHYAM0nvsYZuACZiACZiACZiACZiACZiACZjAoCLgwZqACZiACZiACZiACPgARBQsJmACJmACJjBwCXhkJmACJmACJmACJmACJmACJmACJmACA5+AR9gLAR+A9ALFKhMwARMwARMwARMwARMwARMwgf5MwH03ARMwARMwARMwARMwAcAHIH4KTMAETGCgE/D4TMAETMAETMAETMAETMAETMAETMAEBj4Bj9AETGAZAoPyACQiMGnSZnjh7rvjiCMOx6tf/SqcdurJOJHhUUcejkMOPCDJwQoPOgAHH7g/jj7ySJz62pNw0QUX4F2XvhPvf+97cPn734crLntfCi9///uL8H24jHrJ5Qy75L3Ul5Lb/M/bL8HLjj0GB+2/X2rj4AP2RxK2pzYPZvsHM35Qqe8RSp/LAcjD/XHQ/vvjgAP2y4X17r8fdazn9Nedhve8+114//vey76/F+9j/9/3XoW5vJfxXN6D9zIvl/fW4u9jufe+9914N+t45zvegbe+5S0499xz8brTX4fjjz8uyTHHvBSHv+gwvPSlL8Fxx+W6U045GWeddRYuvPBCvJ3jfec734l3vetSvJty6aWXQvKud70rhYqvTN75zkvxDrZ/2mmnYa+99sJuu+2G3V/4QuzOeynZjWGS3XZnXim7MS7ZHbtSv0shXfHdsAvryWX3Ir47dqZuZ9a3i6Qos0tdqPK7Mb0r80vZbfcXpv4o3E39euEeTFP22BMvpOwh2ZNx9n2PvfbGnnvvjb323gd777Mv9t53X+yz335J9uV9lOx3wAG8l5QDD8SBBx6Egw7qkkMOOQSHHnooDjvsUBx++Iv4LB+BI488Ai9+8ZF4yVFH4Zijj8axuhcvOwYvP/5leMUJL8erX/UqnHTia3Daya/FmWecjnPPORsXnH8+dE9PO/VU7LvPPnjBC16AHXbYwWIGfgb8DPgZ8DPgZ2ADPAM77rhj4r7ddtthq622wmabbYbx48dj2LBhqFQG5dR9mQXMqipsZwImYAImYAImYAImYAImYAKDahU1ftw4HMQN5Ve+4gQcf9zL8KLDDsEE6p6dNg2PP/YYJj/zNBYtXIhqtdpNsizDokUL8N8nnsBtt92Cv//lL3jowYcwY8YM6hejo6MDHZ0Uhu2UlF6FsLm5CVtssQWaW1rQ2dlZ12ZWxDvRqb5kRX8USqiTvpPxrFra5qH0GfMlVeZXq50YPXoMJoyfAGSB1Le6vpb97Vymv53JVv1qb2/H/PkLMHXqVNx77734001/wk033YR/3X47HrjvPkyZMoUyFc8+OwPzFiwgl2eZnkyZggfJ6Y477sBfyOw3v/sdbr3tNjz536cwZ/YcLG1dig6OW/Wnfi3Thw70ptf90UbAxIkTcz4cb5X3SPpM8c6Cl+LSS2qc6vKYn+xreVnBvQyrSPn19bFMNXGtdrVNnbh31uqp5vWU5ZJ9Z65LceazT1kR70zli3zGNY5lRfkSli1sdG9yYV/YluKpHJl26B4zlK6zo5PPl8qxfKFr7+hEe3tHEjFua2tDRKC5qQlZ6lvm0Bz8DPgZ8DPgZ8DPwAZ4BvR/uf4vjgg08f/l4cOHYxznq5MmTUrzxo022ggjRozwYYjXcSZgAiZgAiZgAr0RsM4ETMAETKAHgUqP9IBNHnrIwenQ46CDDsSkzTbFjGefxc233Iynnn6SG9OdaGhoSAvJiEgMMvopxkhIqG9obEBzcwuiAm7uP4N77rkHjz36KGbPmsU6quAOMvIrQyrLBLeRIQE1UROlwCswatQobLLppmioNIDZubAEeGWFBEM5rsG5EQHwHANBpfrFFLNKS0bpAsU/qrWhrfqHDBnCslVKXgKqgLalC0ZyyX0moVjr0qWYzgOieznWO++4C9OnT0NUKlB9Tc3NaGxqRoV9r1Qi6SMqqFQqHA/TUUFjYyOZNdO+GcPYh/nz5uP+B+7H7XfczoOQ/2L+vHnsU4aIACDBiq/CpJGHR5M2n4SW5mYOKKOwmOqgRNCILq+OecySEzeJ4iqg+yJJcWUIMEoNehZPOSlXVRb1865DV5FUlNXRoF7BJAunPDWhpBIKk9A2Y2sZlRIGZCI/l642lFsIy7BIMlCdbJRx9o6HMIwU5WWrlHKZJ0MKXVJqc0VSZZmMByNNTY0YMnQYIlQ5fJmACZiACZhAPycwMLqv/6tLaeKByOjRo6FDkE022STNIwfGKD0KEzABEzABEzABEzABEzABE1g3BCrrptq+U+tGEyfg9Wecjv323Rcbb7wxN/Cnp7cYpk2byo35FjQ2NKYN325bvtwApgOklCC/tJ3MbWTuZQcqLKeN/unPTseD3NB/+qmn0NbaCp4DpGLacgYvFZcw2qtr4qGK+jhi5EhUtTOdGi5M2WCtLPURTElSC4GIAOSKELqYVsBOsj5gzNixGDt2DEAbVoeeV515yqq3mTd/Hh5//HE89OCDWLhoIVpaWji+Bujgpd5Oi3Ig+E8+c3SYAIBNUgIlC4UNBKR6gMCTT/4XDzz4QHpzpFqtQvZYyZXXpjYyLvpHQ4v/Dm7eq5jyFEoCoeYUTYcBLJH6rb6LTcqo81LbXUVS2Yx16H6rAmYxlfspsywrFXOUzOhJwMpSyHSvTpk8dOjeDymR+ojy0vMgO6WZTacYJTWaupH6x4p0D8p8FaMRtckkhbmnNEvQQPYaV1Z7CyXjYVUTD0BaVJRZZW0pac8ETMAETMAETKCPEMj4/3ilUoHeDNEbsZttthkaGhr6SO/cDRMwARMwgQ1OwB0wARMwARMwARPoRmBAH4DssfsLcdKJJ2LLLbbgxn3gif88nt46aG9rR0OlIekSjWKvN5iIqCAPoxbSMN8/5oKTJohQngplqR5twGsz/8n//hdLeQgSETKjyEZxCZPSMyqthFEp03c6T9xoIjegG5kGovhXoX2gvDJqURPUrtxCvVasQo/FIMOs2omNN9qIBz3NTGcUQHoNhmYaFuovWjApP8PcuXPS14JNnzYdEYFKQwUVVY78Uvk8lqX8WlqHH0qwjNrhTnpulnxm0GkbXtkNDQ1YuHAhHn3kUUybOo2m1WS1Ii9TpjweDDSwEh1qNfIQSXWm25N7tMpSv5TMUkoWoA5A6gOKSwmJ8hVKyhK5SUrJY1K5UAWsmI6Fgv3WoQIYZ8hBp4MsJuVko6K5KF9asAZqlAleZcgoKysOQZjPdO4zQpepVGmbsTnq2Jy0KlYopCwl760yi1g6FNPGSVUHHxIePGUMJU2NjRjCQ67SFr5MwARMoJ8TcPdNYCATyDgn0FxKfxtEX481dOjQgTxcj80ETMAETMAETMAETMAETMAElktgRRmVFWX257zDDjkERx75IowdOxb6GxPPTH4G+lsV2viN0BYvhQtH+lAygjFJvqNcDJ26ulhE0Dbf8JY66FGVdIpPnToFk5+ZjPaODiCEVlp0XWyvrL4+R2+TjBs3HkOGDOEmdnEIIAMJ5OWSb59z51uVqK6umqXJU8xOWfRGjRyJsePG1vR5LUAogvwqoywGxSMCixcvSn/vZO7cuQiNo5KPRQttJUFD2bOzyTEJ6dLbFQCjQVEZFFcwLIVRuiwdlAQqlQbenzY8/PBDmDdvHtP15bDMpVpyZSDjIcjIkSMwccJEbuznPQJbTsJxoMcli0xe0qsmiYYgsrWMlKtqlCtRXN2tlU1KUN29nGpIUrSd4uClCMsoYKrm6kszWx1J91Gck5HqSRmAnoqkV0dSpryixm466XORfRImU1scQKbDDrbCKLLcS2GV8YamRjS3DEGk+81CdiZgAiZgAiZgAv2CQHNzM/ShEH21ar/osDtpAiawLgm4bhMwARMwARMwARMwgToCK95trjPsT9GXHHUUDjhgv/RmRbVahQ4//vvf/6aN3eC29YrGoi3lfGM4t+K+cIpEsCQlJegxBSgd4HYyCg9s62lMmzYN1eJrmXIbGtGky6mVMsU8NjJ82HBsssmmNF/FW6K2yyp6CTXuCRtNRIv+ZgnrZyt1Vl0p9URVJQ29akcnJj/1TPq7JhVthPfSHZrV6lJ5oNDQVnWVSXS7AikPPLio27APlqk0VBLDBx98CEuXLkVEdCu5bIL5tKki0NjYjAkTJpB3FUwiXczuFqZE7uX9zf2kIZvUeEqUniqQlOky1DEC43XFmUKtXejqUS4lywIpIaMkNS3HkhT01EKOp7sts+hYgqdM6flkalnHfCrlSxitPZc64OBJB1UZgmPmXUjDVl2STh6MNDQ0pOdF3y9e0b2HLxPo7wTcfxMwARMYPAT0/7fmRGPGjBk8g/ZITcAETMAETMAETMAETCARsGcCyyfA7eflZ/bHnBcddhh22203NHPjH9yZnjdvLp568kk0NTYyVb+pnCHfHWZItfagJfmuMHO4SUwDlqHPOF25f5x0GQ1ZjJko0gxVAQ2nTZmC+fPnS8GKkIvyaJmXyX0wjeKqVALjxo5N/czS5/3zDBXThrgEyZ5b11ICKZVXzjGw3ULBINDJg58xo7kAZr2gfUZB7aJ9GS+6ouwKvdmznsMzzzyDpqZmFUtWMpGkRFG0TLMI1VJKI8mT0pQSEayL/aZCm+0QO27kB00lDBCVwPwF8/Hss8+SMw2llERuoeEpmXJyFetUTY6ZhacAABAASURBVMCIkaMwZNjQRK3KPB6FsAXmsRCTkOQedSknoGolCEA/BKGIKpckG9oynkmfJANUgHWimvEQATSg0EklvhGpFgR1pdNhg+IcLssE8/LWqmqjsOeA6XTXM4A6pEujSJGap9JAQFfG8qlOJrKkooYdyRIF1sN8sc4Y5ocfNKRT61SxPXaf4yht9DYNi6PSEGhpakJEqpQl7EzABEzABEzABPoDAf2f3tDQkN5+9psg/eGOrcM+umoTMAETMAETMAETMAETMIEagUotNgAiu++6K164++4Yxs1wDae9vQ1PP/U0qvpKKiko2tftEg2fG73c+aXjpnCkjd8yX9vIeTxYUlvJFBkyFSEdEPwHxoMb+CmMSvq7FtOmTkV7WxuK3XXoohlkQ48uKODFVhiljxEjhmPCxImocmOaGXSRpOglUllWEgjGuYGtHXDFwSup5PGggTvcQ4cMIYdhNGKfmb08xxK1rI72DkxmvxsaG1gDy7FTymeQ0hFKlQJEKA6gCHI7pCsiQJeEYKlTLoOeTmpKcBe/saERM2bORCu5RURuWeOdJ/O6GC+yFTQ3N2PkiBEgOCgtYYeRLiUodCmZPCbYJKuSD2RlWymT6aSmF5TUPsNUc26QFeWViqQPFlIKTGU86MiYljBA/aVDjXT0QWXQlgEdLSFRc+wUXc5eGxnMTukU0it1jKYyKpdEXlKG/FwYVfdVphRlyDQJ89OjRqM8v4qIQFNzcwpl29/F/TcBEzABEzCBwURA/583NjamQ5AhnAsOprF7rCZgAiZgAiZgAoObgEdvAiZgAssjoL315eX1M33gwAMPxOjRo7gPzk1mburOmT0Hs2fPQqWhAdzRpdBxgzciuEmNnrvTuSKAqBBLBAI9TTLkWcphZnJ5nOZMaVsZaODCc+bMGfnftGAtygvmcic7bVpTlSpOuqSXB+hvgUzkAUinvj6Lhbo22gMVpgNIRVU4bylANZXRJeDFsY8aPRqNTU1skpZMU7tCFxFYsGgRZs2aheAgtYBmyby/CP4jE9agPjGouYgo4hltJEzWdIwXTl2QuhTIOkN+FVVojIvZh8WLF+f63vzCtsxSUm/36A9/qs9KS1g9qvIoISnaigjiy3j/M4ZlLYxrpMwqNd1CZUtRDCJjHXrTJKvZy6AUGUpqmZAdn0jIQiHqeiZL6RXmkpfjEUiepJ/y1TbjchqnKqsykfIYRn56whhL0paOcYBdpbBORqTLD9dUqrAD+IzkXrWqGsHnpjGVSe0wy84ETMAETMAETKD/EMiyDPpwiOaU/afX7qkJmIAJmIAJmIAJmIAJmIAJrBsClXVT7fqv9cUvPhwbbaS3J6pp87a1tQ3Tpk/j5q42e7kBzB3j9G4Ed4G1sSstt36hnIguDEqzEFKYPFlxPIxrgz6CESZLx23kPKpd7iRIZbWZPHXKFHTUvX2SpRzkV1FNBCOSjGrKiBEjMWrkKHaBCTpq81IpLo8tcgzd9EnNeqinnzrc0tIC/R0HZUH1a/wKS1EFlEAkn0WxYP58RCidVIyjJqi/ChOVkQSiKzdFs3QIVVOqTkmXgjEaBrlLz2iqgnFxW7hoIdLXNtGqpwsaRqHMOCZFK6ynpbmFzJQqcjnwCKVzyVgOlJTLdlKaIXhlSZTTFUtVM5mxTBIOVLeXpl0uy6NFkBKK0xTJllXS8bAFuQAppJ/ukZ5DdTp9TZYKyhi6gq2GIszOijJMqmIGpcstmKKejpFUbR5SQQeWTmlG5FJ94qa2JciqLEQNjZWOCOg7xCuVWu15efsmYAImYAImYAL9hoD+T9cbIP57IP3mlrmjJmACJmACz5uAKzABEzABEzCB3glwB7r3jP6m3WevvaHFnvqtcMGC+Vi4YEHa9JWuKwJuLnPPF13CKLjvm4sShdRvAQeC2lIYpcso9S7VUSh0+PDczJlQPyKVZUZQ6lzP8tyGRjMPLiZMGI+sWmWprGvzm+WCGgb0y5hSSGnwyihMpKGWByBSLU/KWtRvHTwsXrJExQuJ7sWKZCXlds9SKur03EuvSym3lGCEQicDHUhRwf6mniuKzmonlixezAOQKsCDDazkohUQgQa95cOawEvtM1jW6S0J2tZnpJaTR20ZMirXs548O4P6rapQV1emAkkC6pPKSpIqeYE8HYiUpieFCipk31OUYcpn3UrTKtknnRLLiJ4aKmlcVJMe7NyeeVJWM9aRUc806887kvHZynIdnzU9b5ns2K4OQGIV2LNVOxMwARMwgb5IwH0yARLQfHjs2LGIyGcFVNmZgAmYgAmYgAmYgAmYgAmYwKAjUBkIIz7+Zceiqakx39DlgDo62jHruZlob2uFPsmubV+q075vhYvACC0EJdKWonQgmJQwSC6oiQgwSKLFJMpLm8uSMq2QpiiMoxKYMWMGqtzU51YzdKVsRQqp6YuMiMDo0WOQcTO6At4euvQ2QWEfrLtCm2A6CeNUQUFuJy2YjprIXm9JRAQUDwA6oIlKAHTydACigwcEG6SyEoGIQLrUSQmTCgBGsOwVSU+f5SKim0GZKtV5PbozGe9bmcv9eI576ZLWNP5UHWvJKKVTPCFnJGNlGYtmeZe1tc/DB2akWB7mXzmluI4lWH8qXNYGto38ogldKpkUrBesPwVUMEq/KC/DQqERpIyal7FYIIp0mZ/xxER9rWUwPwrWQG5dvgnS1ecMK7s0HD2T6Su5aK44pCwKpjpTnJnF6FKMNmVYzao8eGKrPAhp4Liam5qh5yMVs2cCJmACJmACJtBvCegDIuPGjeu3/XfHTcAETGB1CNjWBEzABEzABEzABHojoK3j3vT9SrfTTjuxv8UmcqWCpUtbsWjRIupyl+cwzkja9FWUcQZp6zm4MZwn85hslFcTbhbThLvf1MiQm8SMISLqBClOH7lhhkpDA2bOnMn+LK0dPKgqGiQXyc89VoUyPWz4CIwcOYJNZmmDnnvnqGUivyJkzf6mMNehNGKW/o7I0qVL0bp0SWpf8VJaW1uxhHmSpWS1lPGltFtSvAECXtpIT+2WdVLHDqVUVkTUtERZ3SRjKmWwIyyRNv6pkkvjZ35Zd6T8UFZN9BZIR2cnc3JVnis/cl1QT8nrYJwuggrWyyigOCXYcICMJFH3qBd2CrI6vWwlGe3Bi1XQz5JkqkvRlOIdzkiBwliyDumr9JKjYZGXMZdFk1ZeRk9phVUd16ggdTq0YI1QHsC+ykB6inR1SWoKl9oAW8hFfckFtUvl1C2eK1EX3UWZ1JROSR18NDU1IUK2ZY5DEzCBfkbA3TUBEzCBGoFRo0ZB/7/XFI6YgAmYgAmYgAmYgAmYgAkMFAIexyoQ4E7rKlj1YZPDX3RYWtRpw14buHqTYdGihdDXOdVvbqOX/dyuPV5mylFUR9dwqehKoFsdZeEyRH51JYPmAR1ELFiwENrglkVXvlKgDdJV7GUznqGlpZkHICNZhL0JoGakOJZ/lTezoaGC6dOn429//Sv+8ue/4K9J/sx4d/nrn//MvD8n/c0335wOS6KiAwN2t2hGddY3q3gUHYrCZpmgzFBIKevgaFAURX4Fk5GiWU8wAiKhRTKglw4IGNa7ojT0xozMlU6SGkOtdNKBV6EvglxRti0jauRUl8JaBSkhr85IyTrJmJUfNBRKKYqoAmYzYMt0jCTIWabjCaXIvdAzJkXKzyNdfmFSpyg07LBiXUJahU7G0ivMRSnmQ8Jmkh3j7HxEBToAqfAgEb5MwARMwARMwAT6PYGISPPKfj8QD8AEVkrABiZgAiZgAiZgAiZgAiawLAHtTS+r7UeabbbeGo2NjanHGRd4nR2dWDh/Adpb2xD8BwrV8lGhD10BRGgTmJG04c8QEumRX0yqXKFGGapYLhkiAgEk4R4yyqsivTKo0Mb8ggUL0KmNbukodKkMs5NTuj7S0NCAocOGQ19NlOdlXdlSSJIG6Q0RsL2s0DGK4L+Ojg4epLRAfwCzZUgLWoYMyaWFOkpKt+S6Icxvbm5GhZvf6HZFSsmXpAQ9xYNtgBIqw0ZT+yENiitLIVUMa1v63HJPSUQwh44pKJBk1OWlkHQoL2XmJUtNCqWWKIvb92Bx6qkpK2FKeQq4zZ+c0vXZeR6zVIw3sSqDJNTVwtwqow0d2wkEVRIWYYyOEaUZ42GM/DKlOIWNSiNRzdTQKVWyCdYZKUtjoTnj9Fmv0jROjhr2qt6nGXOkYQZjSjNFlxJ1XqnKVGchVYbJhGHGZzQifACSgPRzz903ARMwARMwgYKAPtQwbNiwIuXABEzABEzABEzABExgQBHwYEzABFZKoLJSiz5sMIKHBFrQRXDjWP3kJm5HRxuWLF0CqdLWMnXK0rZwQP+Y4k5wxt3s3AZQmFGH8gpFUmnIV34wVqGkeDoBCRnVRPpaoozQRJvXCxfyQKa9AxFUME9+EnlMJ6e4+kCJhsDw4cPR0NBYZAX0D/S7SQA6AVGgvqVs8JKCQZerU7APGQ01hK58UCNCygEqQEpLA11BLwlpKGQyOcazOnCZlNSxCcaiqKOshekAdfRomMopBKhD7dL7EFGpoMJDrSxVRKOUG7STgCHSlUUK2ECG9vZ2qJysVYdEubLRPVA3lae/xcECtTpkU0oWrJCuTOtAQeXKdGQaf2nAODOUSmNRpEjXKi90qodZKUj1pY5IUwoN6Vh9bkN1qpMhVED2iifJE7mP1BSL5qEiyK/6fNWVqsk9GpS5ilaht6ZkU+UBiHIqlQY08BCOuXYmYAImYAImYAL9nEBEpA8LDYb/2/v5rXL3TcAETMAETMAETMAETMAE1gGByjqoc71Vue2226QFHdL2L31uAHdwI3xp61JEhQnqQ6KdZejS9i41kYs0Eu0LU4UKbZVmbhEDIgIVSiC/IiLp8pT8kNerKEfS1toKSdrdlqWUEnaH1QGKg1cRBhUtLS0Y0tKc9r/BtJw28lFcUYR5wIpSJNdmrJRORXKhOiJSPJnRY5J+Xi73mSxdMCJhoLoYFK5QFkFtPAJYV0kezRAhQ4ryg2kwrkIKihql1WFFVqQbufE+fNgwNFQqhYbG6a+cy0LCNOtRTCKjzs4qlraVb/zoeENahmw/k3meTH6wbDBWlmU0OelykZ9UtMzD3FcJipwkKfNDELWR9bTuqkYj7iYabzInE/aSNWWU0vEupyQrYP9LbfEg1JKqkBZ5mnxTVXmKfkZJrbCYKqPQhsqUjtR40TKz8hh9xQOo8ACugfchIlTEYgImYAImYAIm0I8J6EMOFc6r9LZvPx6Gu24CJmACJmACJtA7AWtNwARMwARWQqDcZV6JWd/MnjhxYvq6Hm7dQnu6WuAt5WHD0iVLmA5o/1aiDWoqkLaEuVOcb1ujdunrsCrBJPPo15zgSC2FQoniQKRDkUpUGAOvYChhlE77yAxqTl9HtXTpUu5ZZ1CJ0lL9Kvala7bqrxJNTc0YMnQYo6wtGBQtKBohX7p6yWihdOjzqwg9AAAQAElEQVSlEEYCkJ0E+ZWiVLMTuSL5WfKr7F2VsTwFBP9lLCAkEUpJmEtHUxlAV8ijKJQtt++ZklEeBOvRohsMdX8C+ZXqZlTpShGqfbCtlpYhDKhVNQxQUYRGNadSeUL8xHfJoiUsExxalkIgyCErioaShfDusw0UV8ZQgmRPuzzBFHgxTT93ylCaI2SQ1QlozSTAsIsj7QhKY0aPS83nuWAJlmTVsotqntbzyM5DV0bj4CBpwtpAe0kgIlBeGaPK5+lG+lGQnirGy1akURyoMkN9TCnWm3JYWF/VlnRUVCoNaGxq6tYG1XYmYAImYAIm0McJuHvLI1DxAcjy0FhvAiZgAiZgAiZgAiZgAiYwwAloe7nfDnHUqFHQ3/8oN26r1Qw6/Ghra+NGeCA4sp7CvV5q0S0PvLQBnfaDWUB7ywySDbNyVyiyblqmqE/2DHND+nXxiEh/CL1taSu0yczctJGtMAlt6Wq1ZlRWmGpsbEBzc1OdLXNYFyTUlmNGtyvLs7vpuhJZV3SZWID/AoigB7AFQLEimScAKC1B3RUR1AfoASQPBJ0OGlgPT0XEFgkueDGP+fIzlUstUS1Hm4aGCkaMHIEKF+o0o1aWEkaTY70MpakwlI3u+YIF81FhfaBCFukQAfklu0h6pbtTCKko4ilhNDlZ5QcFHEPqY2mZspOng4nIpJe1VDzBUCCRSsI+JTvpUj1SpgR7xJDJ1C5DpgonTYa62mp6sJRMxVSC4pKOjz8xK5YriZPWQUESZmowAA0zVt5lCWZlyKocMQsFAL2Jw8DOBEzABEzABExgABDQvEpz5gEwFA/BBEzABEygJwGnTcAETMAETMAEVkigssLcPp45pKUlbdRqw1aiDeG21jZEVGpbzdrkVZ5Ew8nDQCiRRLG0ZZ7KJBVzI6TPU6WvumpGSkiYKcskKkMJlgdDZiVX7exEa+tS7TKnNCMpDPoSBnRdMSDQ0NCApuYWaEzoceXNBrWB1EwwikCKK0qJQhjkToUkKaVc0F5hIP0LAEUFGcOaKeou2UBeIbSDpIdJIADqVQf304lMMdQu5qKWTzsUl/Qjhg3HiOEjACVQdyW77kqlVP+cuXOht0C6lWGTylcNjHbLCimUUSelSmEuuV9lA1lZuqhQgQ416oqnMWZU5HVnZYkUKqUyzE4uv6fUZEomDxmTyRhKM5EUymecAY8n+CzoyVFMIZV0eYqRVI5lac4up1R6i4RppIoZYbYylI+elzquDB6OKEvPnzZLFLeYgAmYQH8h4H6agAn0TiAi0twSvkzABEzABEzABEzABEzABExgABBYnSH06wOQhsYGaJM2uMEbHHWWVdHeoQMQJuiK/V4wG1EJRBQCbiAzM4PSANUoL33bkiSllZGlWPKCfoUbxQqVxVq4KZ1B6Yx5chV6SktSBtMZN5bbO9qhT9gzWaoZlVUpoF7xVCuiUkFzU5MSSR8AQ6D0UjqSD0hZxNkUdJX9SRVQkbHfDNKeuPqouETFgoqyprJcBDUU7cNLl4SevkJJOpWtiexqCSAiUjtFk9pzh8pk1Eugq+wo41UEffaUB0WbbrIpWtLfPmFjSUuvyrxMh1SMQ3oJ46yvva0dc+bMQaWhIb0xQVMaM4+uynqrDHVIkA4yimJU0SkhyaM60GATYJFcwIvZFbYBKquUWpeply5PZ2msijNGdTAdKK+MEUmVIWSksKewjYgAHfvO3qpAaRNUpYxcoWeJGjraJRbUl/a0ZSp3SZfb5D6L5DllKSRz9klsiixU+TOkNhoqFUSQOfPLPIcmYAImYAImYAL9k0BEpP/X+2fv3WsTMIGVEHC2CZiACZiACZiACZjACghUVpDXj7LSbi+qVR6AtLZBm9Zc53GhB8aBQH5Jp5g2unUgUKaVLxAVRiLk5fXJVkmkGoJ+APRRXkyqXLLWRnGSPJNZjATbDwQr7uzoTF+FFRGA6mAovVKou0J5TFeY39LcjPLrCjLpA/JZJ1MVJsArQ9JxqxpgLKLQI9/wzpjWBjiTyQVtUqQW5qlkp/7nycJn5UUsBcHRUqUN8pTu6ak8RfmS1EQAEfQgyXKf6QxIcfBS33Xvho8ciQkTJiBCtsyQkyG37EtNPpbcV/a8eXMxe85sRLFhLx0ga9WaCqO8lGL3kLJRd9Fc488PKGSlPJYPZlAY46FGwVNZpTBPPSlLSM0SiJCf20unWJVjqCLXSyc+KpclFWthx+iYFTUrtauyVNIFlFEeKoFXSMGQpVPXy3RK5JWxOHMZV1syV3tF93IzlpejCQ+QMlQVoaKxoRERwZidCfQnAu6rCZiACZiACZiACZiACZiACZiACZjAwCfgEZrAqhPgjvaqG/ddy3yjttrRgfb2DoT+cSNXm8WSTLu+aQcYzJEEKopRl1G4Nw3t9Qa4X1yIYvkGNKBQeehxBXPAg4iQXhUoVGUpBCoMQ8L2Ozra0dHZoWprFspjFi2WdRmtKg0N6QBEm+W16mmqLjOA/s5FRChaE6WSihHVrfEHuv6VhsmGCdWVhF6oAHW5Yw+oU7wcfzChcsH6GO3mIgIoBWCUaZWnJMYAeQSCYRLaMoup3OlNnu232w4tQ4fUNuGVk9uoBFg2koBXUNp5v6dMm5rsxSjt6NNCZarkJ9iyi6QLlgDYLHpeytEbIHlm8LAjoLhsU70Ak6oVvJhHP6FiNOOoyrjqyO1pS6cuqB+KKq6w+IYp1sdKqBSbUlJeMgL7AF4kz8y8TiYR/IeUl7FzWSBdQW2EbFOStWrklCrTrC8YMDeVU5yqwibrYqfGaZ8ppH1DYwMiZM2EnQmYgAmYgAmYgAmYQN8l4J6ZgAmYgAmYgAmYgAmYgAksl4D26Jeb2eczuDmcb3prSxfoZLqz2oHQP23eBjeBk2Tc8KUN8/MxMa58JpgNFHFlKx3QP7AwRS7ksQwD2TAbUBnpczUURdKlGIL/KkqDV7AqFkyfrmecjgqkzeeIlKJR7vJUoBIVNDU1oaGxEd0uthesW+NmlRwXmArkVz7OLNUZ1KMm0BX0JElbxJXO5AEqpphEdStNbWqDzQKMBfgvQB/LXBHMoDa3ZaRIM5ZcxrQkT2RpQ16b+23t7dh+++0xYeJEDitL2aXHIlBjxcgAJkJCPrNnzcbMGTPRUPe2gg4hwCuSyFevgVQPGGf1GhugvOCIqAMv6lVWoj6xI0VGHqR+B41YosxXiiU5jqAUdlSkvgYjlMjkBe9nFC2CtoyXhVkfeKl/wTCpGaGjXUahsnB5veyzjFku9aPIq7XOwalsVtMXEepTTBnqUwqz1KeMGbWDGsblGnj4pkMpxfuTuK8mYAImYAImYAImYAImYAImYAImYAIDn4BHaAImYAKrSqB/H4DUj5Kbwp2dnWhtbQXSqIK5EqRN3jyGdJXxFLJcMqAXkTRgFMg9BvU6pEua0rSmYER6FYtgjE5xMK5oZ0cHOvUGiBIUutqedYqzfL0LBCoVSgCMIl3aqWZEKiRlHlM0oogDShZS6BjUZaPrioSKW+rJHrxoyq11pHQkX90M1C5FWVkKqOy+CU8F8+jXXEQUbbAe9l/78AxSQgdCUalg5513xuabbw4d+qQ85FfZRtGNXCmfdS5YuBCPPvp4OiCQnWy0r5+y6QUVkry+3AfLMWtZp0510xb2dbqapoikYJlyeQHlSZQKeRSlFZcwmRhLpzhhMFBKwqiMJEWUQc3lYyzsqC270KWhsnSsQ/oq0/rbLQzYbkZmFEhLTaogK7rAkKqIQCMP3yJYAdN2JmACJmACJmACfZqAO2cCJmACJmACJmACJmACJmACJrAcAumoYDl5fV+tDVpKvm3LPdxqNR2AKC3h+QE31YP73lGMJQ+Vl2IsC0boavmhQlIkEZ7ghnGFZgwDUBGkS7UwUq9j2Qgpcn2yYFKF9Dcuyq8XSibU06E8QFBcwpJ0GbTRrb/D0NTYxHSXy23os5KIgP6Bfi7gRU1qmFE52ihAvS4pkEqBDdGlRISOQpBfwUCCroLMTmWkVhnlRChF9sVGekoVOtaQXNIpJhveo86OTvDGYPz4cdh9192w5ZZbQm8ccNSpfplKVL9E8WCOROmlPOR65ulnsGTpUgQPUJSf2GbsR11/1UflgWUzCnhlEfTrXZYnCnVKRYU6sZCoTibV95TJeJQRxtUe09IE25CAYV6KWuaBF2O0pB/MkSQbZhROz4HGz4cNYB9pSXvZ0hjFVSiLQJkpI5VLMdqWZWVEHTX0aYpIbxyp0iwp6dFl1CcdPdWT8WCEajT6DZDEzZ4JmIAJmIAJmIAJmIAJmIAJmEBfJOA+mYAJmIAJmMCqEdBO76pZ9kmrjL3KwD1fhkC1sxMVJrSByyDpSi/AfwH6uWTc8GUy7TczCqQcMJrJS3rVIYEoJWNaKS5B18USKIrngRSUTIVZTgGTPOzQp+4VoxL51RVjmomMwhjryRCVQASFiqDIZcnLEOxprsvY30KoVXYZMINJ5TGod9zMpzZp1F6kAsEN8rxEMKciXTIKxZKwGHNok/QAu5YEvBRnwF7lfpUxveGhg58O3peOjg7o76A0t7Rgs802xQt2fEF682PjjTdCRYVZZ6goIv1L0R5exsOE9o52TJ06FVOnTVULFN3JOkPVxaS0OlRgtHBsgNb6iqtCwRTHwoRyGKS0wnoJJiQM6IoYCygmoTJVkseZkRTygvVRqEptJnjB44Vkzjxm0CzTDeCIGe1yyqLQ0a6wz5TK41IGy+hvwEijcRbZTGbMAQoMMuWzTF1hoObERk8imAjoop8pTMWhfN0TanOlfRMwARMwgb5NwL0zARMwARMwARMwARMwARMwARMwARPolUClV22/UQaCfY3kAx3tHYwpFdR2uZTi5nnSMJEOFioBbRIHlRGBIImoZIiUpsd0SjCaXEZfwiA5GoaERiFhgi5lcRs5hamKokw1q0JvPhT70ACNQ32gQIYS6qQHdRnjKppFXpvKUa2sZIJ00YJ2SZFCKgv7VIrZ3M1GV34wGilNP2WhuBIeKiPolboiZCHoIKO9vR2trW1oa8tFcclSplvb2tGqsLUVbbSR7bBhwzB6zJj09VY77LADdtt9d+y6267YYccdsfkWW2Do0KFIb26oHTabpbYz9ksdlzIXaTTwjo5OTJ82DU89/RQ6O7mFTzP6tAdYPAl4ZSkhj4mUC+bRGPmlMjqgSfUWOUrnuSInW0mpoY5J2ZdfJdWVk7fDbKhdHdIkllSksDCUFVWsiAreTKUZA5tHfukBqIBZQJWWdKAomvJZgMkUVahDD7BwFJIXRC+XrHO1+p/KURVUlZJ0aiwJcl+ZtLEzARMwARMwARMwARMwARMwgb5IwH0yARMwARMwARMwgVUhoF3XVbHruzbFprk6qA1o7gcjCXhxo7e2m5vscp02mdP+rkYvSTvVMk5aGhVOhqkC5hWVRxQ2VEENFcli2zhX0YYOSad8Ch3TdKkcw26uyGWegWxkEgAAEABJREFUuqJURKSvhdJXQ6meCGqTIF3BtjNKMJXUjFSKdL4ZTkXKYOliHDpAoQkkGXglL5RE7iFdGRMZYxIG0OHHZpMm4cADD8JBB0kOLELFD8IhBx+Igw86MOkOZn4S2u7xwhdi1112wXbbbY+tttwSkzbbDOPHjUNLSwt08JE23kMtsI8M8rEXCqZLp78Nojc/nnr6aTz+nyd40NKOqPCwoDBNAT26VFHa6E/3raxBI1FuUBtQO+AYkygLukJermU0V2d5mjlBHQszpiZUj0Il1VoRz5Dq1qNSb4F0qYIUAVSZBNKxEO+P7BljnupSnRIlkxa9XbUcVhNBL3VQNbEOZrJaRoqSTCsmq2TGtFpggNRpZSjBQopG0JfAlwmYQD8g4C6agAmYgAmYgAmYgAmYgAmYgAmYgAkMfAIe4RoQqKxBmT5ThFu0RV+6Yig3bbWZK3WdaGNaIlUqWNowoWjaLc4j1NQ56ViorDoQeWYKmMlN41xR56e8Iq24pEj2DJQV7FgKi8wUZ4MRkVqLQg+maIrlXuwOaIO6i1Xke97Kk5R5oYQkjbzUpjBpi0ar1Sy9rTFm9GiMTjKG4RiMGcNwzOgUz/WMpzRD2o0YPhzDhw1Dc0tzOsxRdenQg/Ut02JqMDXdzdNBx5Ilrbj//gfwxBNPQAchOhCReXCckayVKmvUtn5SFp4sJEWSQUrlRVhDEaG+ywXErCudx9IPS2/meXbyM0QKwTBjJRnyq2evyt6mG5Ob0M9YiuXplK+jDEXFLH/EMtqANiiuLH2llmwKRbfqVEYlJMoPlpQO6hfvvfS1N1+UkJGEcdkG44zStzMBEzABEzABEzABEzCBvkbA/TEBEzABEzABEzABEzCBlRNIe7orN+v7Ftqs7RJu23KDF1JohIozERGoUBgFck/7zCkqU+0ea7NZIXQlJb1KIFI9SB+WT5vIKq8ImwKvCNowlItQPBTNhTYyZeNQMeVIUH9JUYgCpAI0YCKCnjrFehREpq1x5tFJles4FJZhFrJkz0y6PBqIUJmM1WZpDFQol5JRQJ1CCeMhoYcAi1HycmLTU6AialfCg42UT2V9iExfOsX+oUtowhQdG1AVjCUXoTYjxds7OvH0U8/gHzf/EzNmPktdRoTBvipaZb+CkdyxeUaYVnkwpDCa6xhXf0Aj5eTtFWPKjWiXaxkp6leMNgy6cgA9BrmWGXVONtUiHUxkUSQYVDVYts1o7hgnqhyGNLRVnbpDSak+SZRHYXX06RhJf0+E9Smb1dA8gw6omKvhUTJKSkE2iuWS1w62lSRX5j7rpUvlUp2sP7eRcW5iv48TcPdMwARMwARMwARMwARMwARMwARMwAQGPgGP0ARMYLUJaD93tQv1xQLaqu3a8A1EBECnvdz0MXnuOCuJ2pWlbOmCsaCeW8dgNElEcLM7wAD0UV5pM1uJQNJHMMIDkgz5pc1v7SSnDfekypJdRXaMJRWLZCmSe/VxadLXQ5W2zFRdUWEh3S1KBONyEg6QgYohk54xmtCX44iyIpf1SCPJo7kfZTupbCi7Jmo3l0KVbLTnnpeVVrEqd80VQn2UTUool/XRZWUbVDFJn062DMRKzEp9Z2cnWpe24tkZM3HX3Xfj/gcf4AZ/FZVKAyJ97ZU28jOVpORHDmw+HVooB5HXxJGratrIZVTnevYeypNWmixFGIsK9cgfFcWYEWKnypVOwnyaQpLyVRhMBsS8Qh1oV6UgXTJUhCH7FSkfqQ3QJv29EOqRaog0BvFWx2WahJ7qRnEpX/UkCSpLYX1M1VyqtkxxDFlxCJVU/FkAxxYUsP6M7avN1CfZsnCQtdRJ3zoPmPo48CTludlAR8491VV6bQuBZ6cAbZ2lJg+rrcCsJ/OyT7H8jBnAosVAZ5bny8+W5Pmqv16msS11sI3tl/qpzwBzZwGtde2ojdnTgCXtqo3DYP8WsZ3Zc9lOrgKWAlPYj7Yi3bYAmM7+lPWW4RzqVfXimcBMtluY14IlzwEz5tSSKZKxwOLZwGTW9zRlPsdXN7xkY88ETMAETMAETGCtE3CFJmACJmACJmACJmACJmACJrAyAvV7qyuz7Qf53A2mSx3VBqREaUqUG+4ps/CoT5u82mSlqqKNXwokTGt/GJAR6i6m6ZKiDFOi8KSj0NUURXWsKaNQnVHqXLKVTkK97JMoTgETRRZkq41zqSVBjfqpP84dUjCdguTlmhSt96imA6tNIy/rrjdRXPmALMGrDHtGM0QE8n/MyyhMyU+b5ynNPemkKLwowjKoBDSG1tZWTJk2FXfcdRfupMybNw+NjY2IKAqoLgodS7JMHgGUTUlJbuDXt5ZB/1BcLMNYRKQijKYwGJEwqDnVJUmKMkIjOqryeko1FckpreZDkZomRdhOXlKpMiZb9S4X9rqWIavuUmaV2loTVASCPl1Xw0pQCsfCEfTyBtkQSzOudgsLgPnUMkwOFQT/AXjmCWDnE9D+jk+j7QOfQPs5r0M2uoPnCeVJAm10QLHTseh466Xo3HE00M4DAaqhg4mxe6Pz7MvRdvkn0Pb+j6P9Teei8/CDkDWy3gU8sNDhx8KD0f7BT6Htso93yeWfRNv/nIXsiUXIdjoR7R9g+jLW8fZL0XHSmajunCEe52FDJw9Yxu6FznPegY7DtgeUbhiD7KUXof3sU5FtMpc6Hn48ewA63nMlOnfhIcj8BcAeJ6DjLR/rak9tX/4ptJ/+CmRjWO8RF6LtwlOQ1R+C6PDjsPPQdvEZyMpDkI55iP/wyOvg16H93ewfx9hxwn6ADkLaMvgyARMwARMwARMwARMwARMwARMwgbVIwFWZgAmYgAmsJoHKatr3SXPu3SLfrQVSGHnAvW9u9jJOAzpG0OOioQqU+5RMRgQ3fwEG6HZREeC/QC1fm/aSoKGkrIZJ0BS6IpTDGDen8/xI3aIGpQ146VBD+UnKMtTLRjUEI8F0ymfIpHzUQmWo5mJjOyIQEUhXEQYCcoISoVvPNOr6A+akehjp5mTXpQiWyVMyzlIqIqiSMJBjOlNYSH28UHUF6jOlM6uiuakJEyeMx+iRI5BVO1OHVDZLrSD5ZSsZdGWI4Bio5DY0FUwjeI+oYAhemYT1a8M/o236GimGkOSZqR2adTnmRQRNIulYPL25IfOSnOIA2yZ3xfP6FUO6UoxeUQOyPMISKZseM+lAUS1U5I7tFhFlIWOaJoVKlUiooUOtNupSGkivkqAcEpV0THY51pcnemZISx1dMll4N/Dmb2HelZfj2bPOxHMnnYVnL3g35nziY+jcfBjytz2q3Oyfic6XnYZZ570Dc15/NOKp2WwcQOsziC0OwaLTzsPU8y7C1HMp51+KWe/5GOZ99H/RefAEYMEUxLNHYfabLs7zZZPkYjxz5smoVqejus+JeO68Iv+Nb8PMiy/Fc1f+AIs+/W5k/2Ubkw5mG+dgwYv3YJ+YbtkcHce+Hs+d9hq0v+A5YPFkxIIjMfu887H4gA7EjGeRHXQC5r6Bdb6RfUrtMXzjxZj52legYwug+pLXY9pZJyKbN5MDKdyUuagefTqmvYH9mj8L6JiNGHkY2j/3Rcx933vw7Oln4LlTzsX0d1yFBV/6GKob/YcMCLMo7sAETMAETGBtE3B9JmACJmACJmACJmACJmACJmACJrBiAtrLXbFFH8/ltm9dD7nZyJ3qtHnLjBSWucziGQTSfrHyKvSQXxEBOm6aK61tbIDVQMoAC0oY0FEVSU8PwX9gwUBxMaLNakClApEOGVgXKBnTDJdxUWoYoStTClmELUtJoatSqT4wSK7CtmUDpphd81mITuPIEBXlKK4QiOJfxgFm0JVRo1DC3ChFaYDJJEhXlvyax6S+Tama6mKCraa8SH7ypFVEKsUlSucirdgAwX/Dhw7DJhtvgm233Ra77747dtxhRzQ1NqHamR+EqPoAoD6xFBSXDuoEKw5q2BXeO46XafBKAZUKJcxENa+AuaXj/eqmU01FHgtlrBcUVsNmVXcGRpJkPLRJfZAq1REAw9wW6VI8ZadUWTKgf/RAc1YRZQbjsi6MpVYFXUnk95wZ0tGUDkjJ5KV6slSGObkxul3pB0Gawp7RZK8yLMIkXRXx2JlY9KbTMXPCbEz44bcw4frvYqPbpmDxnq/AnPMPQzw9H+iYi9j5fLTuuQsWjx2FuYcfj07MY3lWRIeGoegcPQzNj9yITX78A2zym99h5H9mY+kBJ2DBcS+H8AEj0T6sESPu+hY2veF6bPJTyk+uw6Rf/J4/kzshGzYaHdlsjP37d7Dpz3+JsTf+GiMWbYfpr30TllwyiX1oQXXESHQMbQb4qAANyIaOROuo4cioiqQbjrZRo1Adyq7RZcNGom34Yoz90y+w6Y+vq7U5/o9/QeNDRDhiFNpVnrb1Lhs+kvoRSRWTd0T768/Dc685DB3z7sOEn36XnH6IsU8F5rziPCw47wpkHTwEqSZzeyZgAiZgAiZgAiZgAiZgAibw/Am4BhMwARMwARMwgdUiUFkt675qrI1WifpXhgFoY7lBIbouJiHp0nCzk4lSl4fc5JaOdUXEMvbMKnTBrVblS0BdHjKC3q9AXnORy/pTLJJf87qSeUz7p5KaQREpiyuUSB2Rl0lpRSl0KN8KAC/lSTTyFMqgKFcEHEJSsr8skPxkqUSXyKRIKVdSJFctSOWTl+y1CS9paGjE6NGjsdWWW2KfffbGpM02g/4uiA5a9JaH3pZhB5EuFqfjRnlK1Txxlm3qOrX5uGQp0cgDuY6ZhQuG5dlAGgsPBFJIPZipHxalJVWm688WmITqU6h8iYpBirITSaG2GWHd9PPswleZVKfyKHpaZFMvslENeRipZNQMumJ5k0zTgR0TD4WAapWAV1kLo8kFcyPFMpXZqg0tN34bW33hwxj6vkvR8sF3YsjrefgwvwnzX7Ab7WYBs2ajetyBWDqpAeNueQyNow7AwouAeC6vG7p4AtH8+G8w9JLzMORt52DYV36CEbMqWLLlVsi2lgEQnW1ovvtiDHn7uRj6VsnZGPqOD6JSGc7MQGXJLLT85UIMueQc1nM+hn385xg2ZAssOfBMxNIOIskoqLuUlpSqjD8CWZeNop3z0PKbr7PON+ZtvuUNGPKx/+XBj8rIgKJoRzsgUZz3BRLFjz0EbYftj6Wz78aY/z0LQ9/9brRc8WYM//jXMeHRTsw95Gh0vGQnYBH7J3uLCZjAWifgCk3ABEzABEzABEzABEzABEzABEzABAY+geczQu3pPp/yG7RsvlVbdEEJSnALN+NpQVAdQZ9CnykwB2mjPFBcRUSb7trq1KZv0CoX7ZVSSxc0rwnTKYeboNLRHKnSSqRo0BaMRSiWjJkCmA2Vq5C4spJQ05tTqWCGNuNpjgp3s1OahSKCaXAzF0hvPqTaGaerMB5BSzoma07jAvMy6pNAl1oBIqiEBLxyHSNsEWmfl8NkM7k+anaykAQqkVpFut9VEOgAABAASURBVGScl2QyL8NI0ijsJsmWmtIs2J4kWXO7nvnRUMHIUSOx2267Yu8992BbQLXamfols7KoxsRbzspYAf0ul0HDiwiWyfPEFFBcbQApmpIZyjrT88D283qpB1BREEjmSBcTTGUcv+wkKq8slQcfQrZQqGjL8l1poKTGZlK7MszLsa+qpE4qdXFFUxkWCA6GQ5Mq1VGLSxNg71BcbLyI6cFhMagsaKM+6WAJTDBJX1VlqHZmyMY9jKaPvwdN19+ObNttkW23J9q/8FIsHJth9G1/BjACseAotO+2BxZiOoZ9+3sYO6cFs077CjDvCVVEm8I1DEU2vhnZlnvwUOBQLBpbxfBHnkDcUeSr5SbFt0O2HWWHFzCcJIxS5tKgYBhHzrChGVUyjqULgG4DxypfgQCGjkY2cVO2pTZ3QLbFhLx8DjmP80AOkjxV87PNNkL7Rk0Y/vBDaLh2BuvYHtn2WyD+cgua7nscGLkFOrc4gIyWwJcJmIAJmIAJmIAJmIAJrCUCrsYETMAETMAETMAETGA1CPTcW12Non3IlPuY2stUj7KoMppB+5fa9k1S5qeNUiZSCNpJMlSYll3aWWU2mI4I6rmHy93ijHHWyGz6TAOBiGCgUhLQkHnJAsi3sAs9gOAmOWSv/C41M5Bf1LE2lJIrwTQzoCu0b61IkqQNNpnqBO0CFfq5y8cTQQMqtKkuoTV0iYtCMC+XWk5KKr8m7G/QrqLaVV/QhGFEIKJLmABTiKBfCC1Tmh6AnAjKSw0EExxIVTyLOJujsnRSsm+0pRkmTZqE/fbbD+PGjSeLYAZYK+ou8pct29f96spQ2xJpaKP2ZMek6tW3Z1WZZhIZq1VYVp5zA9uRJUMFrB+8oijDaHLKSipGZBKhyihFmpUkO3nUMmBf5DORqU+UCCaSq7ALRZ9ZPlmmylmgcMHOSsVsQOXAIlTINumY7nKsFBLmKpNC0/QzAuojgj4gr4oq9VUeLtAIvLIO4MBXY9EN9+E/t/8LT51+AHDfjzD2t/cDTQuRnXwQ2vbcEi2P34WGH3wYI2+ejs6dj8KSfYFYBF4ZoqMJc1/1Sfz34QX4752s49yjkE2+C0P/8SvEJJqozeYhmHH+Ujwx8yH899aH8MTtD2P6J45kl5ZyYFVkLWPRdvDn0fqZ/8XCX9yOqd98HTpm3Y/hP/wismENqmT1JOtEpXEbTPnUj/DfB59kmw/jiX/+E/M+cAEy1cR8jNgPT81oZd5DucxsxdPHbof8NAyojhyK9kagcdEc9pOFgsKfFf4EMpKBWIFKADxMosJunRBwpSZgAiZgAiZgAiZgAiZgAiZgAiZgAgOfgEdoAmtOoLLmRftQSe4xlr2JYCJJqcnDQKRIlnx6inAXWNp6Ae2UBi+FwTSjiAiATsUUJgHyzVKGKBUodcmSKabZDneVaRsKkk5eBCtUpIeUWtUgqc9WupS6Jlk3rYIb3AzAeumQ6pGxdAoliuc5KSYv2SnSTZ8hIs+JSgVLlizBnLnzMHeeZC7mzp2by7y5mFdInqf8edTNw4JFi7B48WK0t7eiWq3WWghtCjOVsdd5C0zUuUDUUlkR4xY4Ro8ehV123hmbbLIJUteyvE7ZZGCZ3CmWSjGJdLiALKVLj3ehziarxVO+Cimie8awlmRcLk8XPm3ymHK6i2pVXim13IwxCYNuDwPTPW1Zfeq5zCU0qbmuNGM0pF/LUyGq8jQzyngZ6tCJaj6YuUny2bjuR4qTiA5/sva5wLS5iH/dhOHvOgnbnvY6bPXFn2HoNqfh6Sveg6wdqL5gTyyaOAxNMRHtV30OHQsno9K8Axa97Vxgvmoj7cY2jPrlh7H16cdj6zNeg60/8C0MHX0gnn37h9D5wtwm2pZi4jU7YZtTX42t3/BqbHPmK7HxZ2/mUIYAPKWqDp+IBfudgLkvORSLtxqLof/+DTZ9+74Y8huWX4PzD0QDqu1PYrOPvhlbn/EKbP2GV2Gbs8/C6C9fj/RLscJKF9yJLY86hHmvzuU1+2GLG7v+pkdl3iI0tQXaR09gP9mPjMLDHKAZaNTrLB08/GkDGirKsJiACZiACZiACZjA2iHgWkzABEzABEzABEzABEzABFaZQP/emYtinGnjsYhz8xYRdJEryl1fJSkylSp9gp9pGia7QKRQnmxSmFFXJhitsF6J8phE2vVkftosTuUj94MWtKVPp21lCaN0ESlTMe3rMuzdsVrmZ+jkwUG5iS9dT2vVptplk44DqFC67BuTqU/yIgIVKrgljbzzDOjyekMmyL1cg+KqsNCUqVNx6y234JbbbsYtCik3S26+GbfeeituptwiueXWPP+2W3HfvffigQcexH8e/w+efvopTGUds+fMQWtrGyIqiGCbFCDvkfpETeq64imirkgijQrDhg3DNttsjY032RjpYl5xDgJWg1QdCwaA4L/8kIFG0BUADSIYApCvKKvO4zKTSInyYt+oU+u6z6wayTj36DMTqbf081DPl7SpfmoVT4+SIkyzkPwkaluRMkvxJGVhNhipQN6PfDy0CIocC6Z+0U7JelGf69N5nAUYSe0yWlcNtUgtyat2LAV2PB+LfvxbtB76MOLG3yJu/REarzgZo+96Dh3bH4RO7ITOffbG4pZ2LJ20F+accCJmH7IxhsxpxeLdT0XHOCCdB6CCSsccxB9uRPz9V2j40lcw9O4n0b7xNqhueTCN2BH6sfRJxJ/+ShvKX29CPLYILAo0NKBh1sOY8LFtsMnuW2HjPXbAuGNfiab7tkG2GQvWHH8CFjDR1gnhKMeI2dRJoaBO9DMTM3hg8/vf523+42bg6RmFZQB6m+y+OxB3353L3+9FtKuvzAMQz81H49wOLN1iErKXMD15LjDrGcSuk9C57VaoLpyBmHYPspFD4MsETMAETMAETMAETMAETMAETMAETGDNCbikCZiACawpgcqaFuwz5fK9yLTh2cCNUvUrIrSHmwvj2iDOqty4pGMSEnBTHwikS0GSoCajIAlEJ5CutJmaYkCKZ+AlTxI0zShIlzbAwRq06Y3UGFMMGyoV5NVl3GRVOQmQlHkG6i+9NZFxdz9oUK3PYF1KVuSxiohgjBvkNKI5WbB+dqLKVqosy0z6smGM9vkmepGmSumM9pkKM6SxtIWoAFBh35ubm9HcSFHYkodNzQybmtFShM0KJU1N6e2P+fPmYvKUKXjsscdx//334/4HH8Ajjz7KA5GnU74aidLjOPLW2H/pKGItQaIbHBEwbPgwbL311hg7bhx4PsTuRhpzGgfvs4ZQZVmJCpR10oguQ9Izv5vLjWSe1KwREfKZLEKV09dlqX5q6dgfJYqyoLlMdd91wJbzZ3u0ySgsAOXTLPUhg2LUZrmkulMPsuRTi4oKKFIvKlaIiqYsNapITaFELjLlwJlgJl2eZlIu9YvKFFKh9hjP9BVQM6pYdMixmH7Jz9H6xpOAvV6KzouvxqKdebIx8zFUdj4ei3fZCMP//Xts9OmPYcIXP4WJn/sIJv72cXRM2g1L3nIgojVRQ9Y4GtmLD0d26MvQ+bYLseSF2yDmT0PM4qFDwSFrmYDsRYcgO4hy8KHI9twJUeVhBruFSgOyERzF2O2RbZ8Lun31FZk1jEB24MHMn4gs/XA0ACN2R3bEgci2bWFhjlN1FRJklk3YFNUXH4XU5kEs+4JJeW69KQ/dIFGO+CiU/OufaLnrITRsdgjmvu1baD9uP9ZzJpZ+6B2YteswjLr/DjTd/CAwrFHWFhMwARMwARNYWwRcjwmYgAmYgAmYgAmYgAmYgAmYwCoSSNuEq2jbN82K3VwFjY2NqHDztqLtY25g0imGCObScYs0jYHRFKZNadqnBG2kz7gpqlAiOAq1ma2ymSoEN71ZIEUZh8rRKG1UM84sOipoEEkC+qcDhEoDawxmJw3oY5mLRXIdI7kp/agggqE6UEhA/WCvaKcCyg5FJEowVPvc9eW5AI2KctqOzphPR4vujla5ghGZ5/BYAyvOKGySrojklvSZlmMZJugYkaOE+s2N60pDAxp4b3R/li5ZiqnTpvMQ5DEeiDyAZ555Bu3tHbWNfo4oNZt7rE51M0iuLj5y5EhsudXWqOrQhsYRzGSbuR3jdN3qYjrl0bbbfc+VHKSsAVVDE7mcG8qLvFOm0mVDjDNKxwiroC++DOioJUT6jAO6FxUAZTeUZo1JoZYlqj5CFpHsZcNOsOKM5SgBIOUj6dRJqdK9YSKjGpAGvPKUfAkVyaXnlDapjExVH/uZMmmoKAMe0DSh+sgXMeGzP8LQzY7HMx+5BpO/+yNMvuwizGl4CFt88Wrgzedg1pg2DPvHx9H07S+j8YZr0PDNb6Dpp9djdOsmWHj4uejk3n9WGY55x78Pk7/9C0z+v+sx+d1nY27TM9jopz9A451quQEdI4Zg5pmPY/L3f4jJ36R84wY89ZWPoQNPAQ1N6Gxq5iGKbHsRPl9qY/6x78Tkb/0Wz3ztakw7dAu0T9oH0971dzzz7d9j8l9fiyXBQxT2J9XQyPiwbTHtPZ/H5G//JG/z/27As1e+F+2voIW+wooHeYx1d0nfRNq8BZUH0XjN1djoD4+jdc9TMPkL12HK176MqYfugCF3XI8xX/k2YsHW7H/3KpwyARMwARMwARMwARMwARMwARNYXQK2NwETMAETMIE1I1BZs2J9pFQAGoA2dSMibRprIzn1LgC6XJRXSoZ0BXMitAUdRZobmoxqY1gmZUgzgHZ0CpAu2oGSdEkBbhinUlA5dSQikwlzs0IYUBPBgpBO6XqRHrRAkZuhs6MDne3tTNdGhfpLtWQV+dSyeKqaoTbNIwI8f1BXWKfGqXqpUyqYLoqxJKhKEhEMKUmB4mKathxOnqZNGiNTjELsQXua0IcaYX8ZJidtluuZ1uZ6sFMNlQpUdt78eXj4kUfw8KMPY+nSpdSxLdqVLlOEqtQeEzq4KEkoPmHCeGy//bZoEyNVTvtMFStO+wD/BSBVrf/Ug1cKaBcZDZROQZbzSnFAQSkaWIUjU7qC/MryILdjIuoEubbwmVJBCpvU7YH6BF4pDWZQWJx58sEURWp0v6RSO6VW1korTDoZpMiyXplVDBl5IwB4T1BcQWXQQP3CJmNR+fo7MeGc07DN5R/Fxtd8GpPedw62etN5aPnRvYgfvBvbnH06hl8/Gdm22wNjJgLbbQs88l2MPee12Pgj/4d48FsYe+Ep2PZN52DSJedj0tvehM0vej22vPhNGPadG9nqVsi2uBpbnvRabHvhBdgs2cjuPGx56ZVo2GQ4Gn/4DmzxprdgyI1bIBvLIvVu6DbI7v82xlx0KrY97+yijTdiy3NPwnann8x2Lki6zS55PbY77TUYfe2myLbcEpVvXY7Nzj4JW1/8xpQ/6W3nY9Jbz8NGH/08mh6ZgIZPnYttz34nGjbfsqu1rTdHw2fPx7ZnXYLGSVsALaPBkxU0XXUhNj3nVGwQpgqUAAAQAElEQVT5uS9g4699GFu/4bUY9/7/h8rDM4HhjV3lHTMBEzCBtUXA9ZiACZiACZiACZiACZiACZiACZiACawSgXIvd5WM+5qR+lPb+GWiqbkJI0eOQjXt3lJBF5TSpXjywG3eQpjWJj4D1K4iUdYdKZ28ZKKYJCV6eBXWHJQeajQ2NaGJ0lOf0mwoUiT3yniVG+7a6M+19MsMRjPlMaw51pGalY3itYw8ojGUos38XJv7wYKl5JqeftQpMlqXyXp9XqvaqHRXl8YpLLMypirpICQwecpk3HPvvViyeAkiZEGhA0V2GUMON2+A5aAMIB2+bLnlFhg/YVz+t1Ko681Fqax7LmoqVqz61U6pK8NaOdqUOjUtW/Gv6VIk16YoPZWVMJqcclOkqCtPBw88oCqTQJcyMt75YAvqr0R6iupTNqM1J10tkSKlxbI5YCvKZdWMoe6SVngjMY0IVDs72bcKMLaCePhvqPyUBwMf/Rgafvk7xH+epZ4nEVPvQfybByGtI4EK8kuHKbqvD/0T8fg0VjoX8dC/ULnlL6jc/OdcbvsH4okpLNMCvd2BlmcRt/4dlVuL/GR3E9P3ASNoM+8xxL0PIRYzXraTtwZEA9Axm328A11tsC218S/WeUtZ518Rd92OmDsc0Jsds59E3PNPVG7+C6Ww+eefULn/MdY3Bph6Lyr/ZnxIM2pX4xBg2v2o3P0wMJR9EcUhHHvnTMSDt6PytSvQ9JkvIe4jk4UsNVw2DO1MwARMwARMwARMwARMwASeNwFXYAImYAImYAImYAJrQqDnduKa1LHBymhvON+6zbtQiQC4+VrsMWt7MmXoK6ySMBUUOZkqLlFa9eiwQW9uKF2K9GVcYaqHyihrZ5wOeTK44ctoqWAjEdQxMySKpzykS8lQjJ7aVjQJM7Qp31mtpo19ZrN0yoEiIQ9IfhlH/cXy3L2WQ/pbCEyrWf3RZ73i0K0tlmM2JIwWLlkzzlCQGQMC6aIqJPUFaENVsoiQXZS3oCgiHRDBkA68WIR+7hobmzBr9mw8+p/H0d7WARQ2RYDyytPyJURdzXio1IJJkyaxPepYv+4PExpmWUzJWlxQaAm1oT7XhGWl1FdYJT7MyGiUsXSG7pfSudBP5WTF/tAsMWaZlBIo6SQ0pUOqX/kJQMYWUBMUV8ZQfSiFyeSSnmXz1pKq5mlMkpoiRaSRMMEHKi+vOPI2qVA3kgCIoC1/fhToACQdJOqAQZv8YzYDttwSGD0aaGmSMaADgSFDUTv8QHFFhTY6aGgEVL6F8eE8KChl2AikQ4gI5Bftyrz6sDxkqPAQYkgLlmknLwykNoYB9WV7iw9jPxqQXw2scyj70dOuhfqgSRob44x2c9KnftVpK03AENa90bbAZpsCQ9mXBjKoM3HUBNYyAVdnAiZgAiZgAiZgAiZgAiZgAiZgAiYw8Al4hGuBQL/epQtuVNIRA3dyuTFcaWhAEyWokSStdneZl2zpSS/R5nJEpE1fxVkEOkAJbhQHC0qkkzDJIApBKoN0UScnA5ZjM9TWb08zzjzVX+HGsoQGNZe6VqZYD0phRSrToa/A6uxEhDJKwzwMBCMUOkYKF9QG6IGDYRgUbcWzE+DFgGcqjEjPvjFGlc4ECkkpqHxEfoghDaNSUVgOeX21vtNAm/pUs9cAzyTSJn9uKa2ERgzkl+WUX8ZVsImHIFMmT8GUaVNQ7VSNbD8VYMHCKZlH875XWYl0Y8eOw9ixY1PjSqdbwbzcFvnYUiIQQQGFhnRqOuVUqFM5BiktT/cgGdAwj7PdYA6FjhFwrBkFqVjQl2RsA5QMgfor47CoRjc1H7QMSM2UnkpF0Oczk0kYz1goox3NGWOkcNIloXlSKZEipVcq8jCZJU9tSpexPgntpWcDVXa0nc9eGjPVdiZgAiZgAiZgAiZgAiaw4Qm4ByZgAiZgAiZgAiZgAiaw+gQqq1+k75RI+7WpO3msUmlAU1MzuKOLdHGHPSKYjCKZQZvTkqSgRw393NE0RWStuMKkoMfteNZDayozpuUYZUBfxozJlXmoRaQFGhobUGloACsBkscaacMuonYxrXIKFHa2d6CjvZ3ZScMwWDIYavM6F9lJIYuMpw/lpnXIMpjDTXf6yaktdbVSUYYkleIBAceVytJMKpYFJZIgv0Lt0Y4NJpNcCx1CFNEUpPbZUAqTprun9iW5tr4moIF8pkyZgvnz57MVtUeroNDllkWCuWWMWWhpacH4cWPRUe0EVDkz6aA/jxKZYsgvRjPlp1QgUpjXnL8yonhGffD8KBCJE1JHKlkwErkZLZhAhV4UwiClCVNRVNlHufp8ZUSGvLQygDyO1ARqCSC1o/olqL9SueSxelZGXynVq7tTb1r2JbdSTh7LbZWWSIfUdKoH7AtV7R2dqOanZdTY9TkC7pAJmIAJmIAJmIAJmIAJmIAJmIAJmMDAJ+ARmoAJPG8Cy+yvPu8a12cF3Kjl/m+txUqlwgOQJu77KgNQOiIACZA2pavcnGeUKh5A1BdmkSwdFjAiA0lRTlFWyk3pLIk298vNZtaeNr4Vgl6EPJZIQUjFBNDY0IjGCg9AUoql2Y+ISKn6bkgRLKU22nn4Uc07xXYhLcqLNYAKlFcokjxGMqi79IImuUCxQLpUd882mY2ICvNpxL4xggjGNbqiPqkz6gKh7LwKKivSUZKy8CJym5SkTdGhlJRXZrNqZDTVeKISWLRoMaZPn86Dnw4wKdNuQtM8zYJFb6H7PGrUSDTrbzuwrXKDnybJNor+pgTYEg3op6TyQjEZl0IbwqMrrGiQVZjJUKZ6cvJolmqOwk+HHjTQ13CFBsU4u8PnjhHahAJJxqoVUjLa5a1ktAAigoJ08Uwq70kmiyzpALUOXrSjij4iAqCTlUKki5kMqe5SMS3HJmsdCFQQQSsJkMcBdBZvgEQwj2k7EzABEzABEzABE9jQBNy+CZiACZiACZiACZiACZiACawugcrqFujL9toIb2zSAUi1tpGb7/RqMziQ/wNDarmpnO8u52lqoL3eiIA2iDMEVclXDKCvVMZ8RpFfWQoymoL6CEbkJMzJc8EN+kBzSwsqDRVqU7UpZAwIdF2KU+iQVavQAUgkg7xPSHGkK1h5pFiXF0ENM3TAoc1widpg6VpJFoMkLxXUB6OFsCwVTNMVfFRHlz2KgxiGLEKHCNWOZS/ql1XmGvWvyvpVr0QdCkTKVN6cuXOxePGilJZHUwUU9YYBnZiX+grbGjZ0KEYMH55/fRYr1VBolpz+LgdNiILlmZcfLDDOhpmkryzF1IdclJKdKlA8K/un7Iz2LMUA6i89mimlTBSWSJf6+f/Z+/NATbOqvhf/ruc9p4auHmnopiegu4tZRUSNIEZz43Q1icYpiUSNguAQIg5oMIKKehlM1JD8bnKNszGJ0VwTbxxQo+KQOIEIMgjVc0PT3dXV1TXXqXPe/ft8136e97ynqpoeBKxTWbv22nvNe+3ve6r/WLvfU8ng76jOa8mnwcdIeIyXslaMvgcc07YmfGVHliXs0atbhBHanI7O+6NKN2rpuy0oiYuRLPlO6xvrXKt7WVdUCBQChUAhUAgUAoVAIVAIFAKFQCFQCBQCHxyBshYChUAhUAicewj0jvy5V9fDqyhwM7F5RoRWd+xY6v9uNnAxyY1yk/8Pfbq7DqHty4aRCbN1OvVEmxZrLPXms9volraQjx078LYPs5l27dqZ57u5bN8zz5vySn4c2BgfQHqBomXtqE7pycLsilx9qJmuzV45KuYY60qwW7G5wXV/n2CTvfo+adhxsR7nnLbPk1OWZ9n3Mum0YZu4bO7Y7GN+IlTMLoX4g+/x48d1+PBhbbQ5HxM2Jk45T6/DyojQjh07teeCC7o/Sof0xwdz3KFvWDw3swTisskyKj4Dr5s0+YwfK4bJExaEp3uF72DVSMFuYsu59eRUEdF30iTTH15a6h3L9ZK3MeObFrIY/ixQ5ePUlAO1tjjptDElXlZbh9zA3f/+TPMPEXLNQqAQKAQKgULgUSBQIYVAIVAIFAKFQCFQCBQChUAhUAgUAoXAXzkCw195BR+SAtz+bXKjePfu3flvQvgbFO7fmjaPaJ21IzT2exdN826UrO/PG2JY6lsjRjJkMfpEGtyUntM0Nrlp7FNaI0OzRVqZrWrXjt0S8ai8qY/oW674Emi7xY31U1pbO4nvYFFbPBEiev405oJM9zvwjPBKMmQh9wY5MlMe3k3wrpeNSYwPH/WEjbg0GuuQPYKHBHI2eIzieSLJvFXd6tUS9/Fmcl7vp5FvRkrCqZ2kriUidOrUGg8ghzRf33AZRPkGbEz7s416zkLhOobZTDt5ZAJ2mezgfPIgtz+bKUtgDJxMNgdLr8U1Q1YkNVGOBN8fzZSjeWWZ4oVTRIhbiGisAeGQEhru71qswYCWdRQI4/4W8HMYWbgVOlc7R7IN/2k6V/pJjjXr2tLLCm0dZOW8tKYh/RX8FAfrqA/lCGtQbWzMVQ8gCUkthUAhUAgUAoVAIVAIFAKFQCFQCDwCBMq1ECgECoFCoBAoBM41BNz3PddqetT1RIR27tjRG+FkCciTni4NZXOTRopwu9qtZo2j29qWdrFN1tgWCsTgocNR1ppQoR8gOB/EZj82RcChG2aDduxcTTkibNokGvGTsGxZ31jXqbW1ybS0cypN8CVFsmjZfScOhNucTUMmzmWhzjJOc90iWlgOsQx1FcyYqTf2fXrr90PfoDk1pjZ3FEz7RoT8Z0D2xCxUUihH9xl04uQaD0DrqdNkzH10lLrEYUGSGUl27dzJY9OMj4eT0fFReqqPwL9BSvL5TcoHnL4jeIb4WWmjjwXxAASRP5UaBybLEWZGXev7fOnUZO2Cn829rOTyHMs9alobaQmwf0OHwwChQa8kMZrt7J4RkZ+xfZSjc4Qhme8UGR1qgVqZXKkSI3X97hsbGzp1aj3rw1KzECgECoFHh0BFFQKFQCFQCBQChUAhUAgUAoVAIVAIFAKFwPmPwDl+Q/eBz/ESH0l5odUdO3hs2KVs7NLUpTcspUDD1x1hNp02uk9XBr7R2alFvLQ3+Dke2krkHNBkHDxOvWkuBmfOhkE7qCsQTWw0l1mx0Y4WoZrGZF/jAeD4iePqtbXM131C/uMzLLsik3na132b1h6MFCOxeSI27xMhLx2QWueMPClGeTM7ZefxfngIEgUddXuF/TkzIrnNgMwgRYSmQdjImjNtis7vbyDM5xsoQ/7TxocnFDnt04lYZsQAxju1As6Iiojul6tGedRRr7aMxkOIlI82/fdPKS+4xacLzt1OM/asPWTTNml7nNfU5GJJ6mzPqKUREQruI5NCisiPJ8SAZ+WwppRT2FwizqZt3cEmE1Ij2gS7mBE2htY35prP5wt9MYVAIVAIFAKFQCFQCBQChUAh8PAQKK9CoBAoBAqBQqAQKAQKgXMLgeHcKucvV40fE1ZWVrRz5061QvkqTwAAEABJREFUbODS0KXZHW3KOzLe6J6732vqVis7N60LDWmYqW5TAHu3u+U9pyWOhC4CTx8I2SIQ3nPRhVpZXRVH4pdpRP9ZDVeTpoFstuF4/PgJGtF+AEBDasnLSKOfSGJ2IrsQKo8YAmtynDvGjZr0saqbSY3AnCKcxyZUGkM0jWZFIDXC2DzzDsjmbc49FzuaUsgA3824JI0x49adwI+Z30DY2Ji+ASJZ5xgncf0Zk6m9RNpns0EzhfrAA+w7r67F1D8pr9ocuGJSd2JD9p38BOAzEcGQk0eGjzYfJIxTv4/GYYfO+uiBhM47oPLOhkbQJGkcXXYuK3y299R6cVrvVkJ+eHJBkz8qivNqR5N5UygiYELBOk17WB2pDdQjWcmlGo9AW3LjUbMQeBQIVEghUAgUAoVAIVAIFAKFQCFQCBQChUAhUAic/wjUDQuBcxoB92bP6QIfaXFugu+58EKtru6gKexW72aGLnk1bepxXAiTxbvbwmlwxx1mkm0zuX/s3TQ1y3HLaZ2ZYZjpkosv0TAMbi1bdXZygIlD5vMNHTt+TBF8PMgOsMm7aWrKk7CXbuNIjea1vz3hb5CsrfnXSJlO6uTJvqfOvCntJ2X/RcObPM7vc9zlN99t5tBSTwQLbJOfnDZLWHyDYsQLF2aDmGw9D3zOHity9Gw9D6LEMgeDOXextuX3M6y11ElLg9QJhXg5aMT6cWDJvCWg2TAdaB6yaIKVwzWNLfewMqNx6d5dQj8yhqVb0C0m9xzt3qaU5hcuS0zqccpHjiW92bSZMXFYxJmn2USBiggoJcEpY1n8GURXCxeZj2BlWvBnuDGvX381QlRbIVAIFAKFQCFQCBQCjxCBci8ECoFCoBAoBAqBQqAQKAQKgXMJATrs51I5f7la6O/KDw0XXLCnfwvEbd/F/66/NXezbVRFjN1fZOdwk9hN9EnrZrT9bbMON5rqaHj1oFfdRVbzjkWd2S079YU8yAwwTNGjx3Nz2sdkjfOLLrT//YXDR47AhmIeErpuUx8IPmciIfualv3tl2c845l67nOfp+c973n6ZOj5n/x8Pf+Tn9flT/5kfbL5T3keO/zznq9nPvOjtGvXBVx5qrwfkzlRkT6fILgxBlYX7LKQxKXQuIQFWe1aaP0r3UhguQu2mtJiRhHhL8oIUJX4pKlnzTgsi0muBZ+MFaaMRkPBIoEToWbKIpfzlBACSnMgpYNyIGKBhWHCeG5ylvxx+Psjm2GjfVNhN43Vjzu1GbO0sMDb7kqRxPW9QVMukuEzFrzIgYMTyQHBg1ruBBsj5yIKX5020PJB4naafhQXhiAdnxjnnjp1iqOJG10e9VaBhUAhUAgUAoVAIVAIFAKFQCFQCBQChUAhcP4jUDcsBAqBQuAcRmDbP4AE4JrYxhnatXsXtLs3i9FGbHpstnWXdAtl1zX7Qw3RjWrJzOgEq3HgIpPFEH9CmmR3ot2Yvuiii7Vz1y75/6yntyw/puAlXOVhf5MV1pmOHz+mBw4e1CwN9urkeJOlNNkZxnW6Ae4cph07d+iCC/doz54L5W/DXJD7Rbrooovkx5gLL7pQF/Eoc+FFe3QR/J49F2g2c/ObzOSLIDGUOa0iaSQZUnBg+n6YrOBOyW0uFBlI6eYFnnCvUCTLafCTUfnAIizGrM03NBsG7u8fz9DyoJev5bMXNtz8+JUPA6nkk6MOOxtzxw0cZ/IZk2xXu1knn59ErKQIki4Ok1PJhTb0pELR5yZvfxPxKJk4NFkT4RUxZ2hAO2n62ULXSR7BAjU2EQtrTgu+F714qPADmynkPzpjOE+gjbRbQkheee5sYOec+XyutbVT8m6PokKgECgECoFCoBB4ZAiUdyFQCBQChUAhUAgUAoVAIVAIFAKFwLmDAG3Pc6eYR1PJ1MrdjG3asbpDF118sYbZbNEg1vKIZaHztKxpdW/Nlj1mmsTdw0Etm/3mTF3fV8umhuidXjJN5A1d9pjHyP8uCcmxTNNeWmTW0rDlyJEjcvym2tpNacHlQUjTDpsN+iycG7V53t8N9gcnaRhm0ECoY0ji40ywCi/KLVUtkg8xfA7blrmpSzUZt149tep1wafdMZlcCl5dLO5YWQW3mbbiIMkHm3TmyDvOM+PmmeRlnuk8evgh5PR0jUPalohNyfVs8U/TaWc6dnQKckV4FZwYAZ1lOg8m5ui36TOMrG0iFxAlfqMaFRZAY04qAN5kcZYfgfjoJFx9dW8ou4wQMSiCZykeQE6dWuNn16eoRiFQCBQChUAhUAgUAoVAIVAIFAKFQCHwUAiUvRAoBAqBQqAQOGcRGM7Zyh5WYe4a9+bzsrsb+pfwALJKE936OQ8BvSNsfzg2er02uTecZMGZsIp+MGKjP2yC9UxlLpbUxgQNyYSzcl/qQq+uruqySy9TREA4MmFZfUqnHoQqg6X1jQ0dfOCgBhrS3dYNbtTjNQYttoUq29W4nlpb0/qpjfFOQQrfCgPcFEU1ybpUPxrMeCgaZjwWpQ8mu8NHZvcy5ki9ZXy82WGkUFiT5LynMYiTvYk3CrKj8krOyd8eEazojN1sZcVOm4TeAh7e8sTIFZGk/tZCc05ET6cKMxBPQWoGcVT0VE32wcwcDSMXAruGwGzBfcdYWISGVf7IkyexPNJmJq0tOa/9fnA4MFPvZcvZGPDQMlnwsf6M7K/NgBQX+pSmhQz9wFHBPYhr0KhQ5uE8pjxC/MHub5CIvyv+GXLuiLC5qBAoBAqBQuARIVDOhUAhUAgUAoVAIVAIFAKFQCFQCBQChUAhcK4g8OF7APmI3NANWtPmYdn7ZfGvfbrkkkto7bohTJ964YJMZ9kNXlOqScHEV0tNbY2j+48CkZIfGxxrS+phOBIWxivCxsZclz/2sbpgzwXEoOeAM/rJqHEXDrlFhE6eOKH7DxxQBI1rDHbp5DXd8N/k55zVaP7LO2ecWj+lk2snEbtPqP8ZI1Pv2lPGxby/obLngj35a6dIrg5CclSgPvDtTNd3PhAC914rQqopPXdNTMb2pwmXOvl1p61SgO4wDNq9Z49cF9fqbpmjs8HmbzRIQX3d4Husr69rDu4R6DMQT6YYjd2exgsxcSDY0yKZqIMY53GljYcA7/6s04lgZvr2BatfJ6AwoSScdZocOLFO4OB0MDMZln26btmamlHhrWV8aiXuaFrol1I1cX8tj0053RyLj6CAxLCHcW8A5V+B1eZ5cyw1C4FCoBAoBAqBQqAQKAQKgUKgEHgIBMpcCBQChUAhUAgUAoXAOYrA9n4AaQ1YTWxuMnuDrNmxuqrH8ABBb5rO9qhk2zJp9lp2PzhZB5LHvGnsDavZQTaaiMhz2T1Hldl0gbF5Y2NDj/X5MRM9fbR92pbcclwq+nL4gYNaO7WmFpJdTGnJGpLrhrQqSwzWAZJHSCdPnpC/DWFxk2hxk2w6f9pt90PDxRdfrNlArVYskf1MqSI3bf/+eGBFGtB4T0JJnRwzVidFEMRMnZfR0r9t4KsQP9rlRwceMHbu3KGsZ+ZvgITONnzcpHfaOS8rJ06c1NrJNWUEix87Jj/E1Hv3Q0IgZZyThDSE0ChHj2ldRuj+o4wHrqzjzPtZY+I+bdSPm7XLNKpx9MSZeOZCbWbyNz8Rn96InLKuYZTIIP+saDFCzhfIJjZm45FKWshNUjoNyoGhZRJO4TM4deqUjF3aaikECoFHjEAFFAKFQCFQCBQChUAhUAgUAoVAIVAIFAKFwPmPQN1weyAwdkC3R7FnVOlGrv9HddMWY8s3h8suu0wXXXqpGk3dUNBxhuSgho4Ai2yN5jkdX3NptTrwT08axfltgzbG4BWB1f+HPDqSosGTCZPxc2xXXHkFTfzLOIc4DJSAa8Cxjb4pjIu93Hjev3+/VocVTpc4RniT09YxiBTN3XrfmfND/PGnGKLJ3WjkDzp27Lj8bYiGPePZO48PfohybqfxHhG6+BIeQGYzbVC7m9/pb0eTphHERQpjNcnLKnI0yLFdyWonEw5+iPJ5Az5YgDsNZjX4DKi10Aa0e/cFuvDCC9Vd5+kjn2GOsKwN3qiwydff2FjXsePH+Nzzl12lewQNfRysUWpYyRPBomk4S6Mey4FXZD5Al1iCeqxtWFCcMdPWWn7OLNgbtDQnMZytEx+UMh02/+z5PphTLQZq1sAl2D29B3X5PrayU5c5nDyh0JZrhRhemrwi5GxeUVAyxaQkO8xiUOOz98/gST/ApYNqFAKFQCFQCBQChUAhUAgUAg8HgfIpBAqBQqAQKAQKgUKgECgEzkkE3Ds+Jwt7+EXRzc3OL/tyEA3c1dUduu66J6Kl0WuzyY1jKCKFbmP1xMvbSM19YZrSbZRDW0IQYrT0jSY4jJvZ/gbD1VddI/87FvbBVYKxjbK0GOisTxmnQ4cP6b7775d/FVH42NPI8X5gaDzY2ER/nsm5JGWFJxN5jhw+nN8CgbVCeQYBuMmU+iXZeXfv2q1rr71GfrzpARSHj6bhIAejw7JoniN2j7S1PKorcIHx44PzbzGgz0K8Qw7N4mFWVgZdffVV2r1797ILXn3y0am5FhfRrOs3d9P+6NGjirChU1/xaX4wwA9/jkDhiazG54sXbyyusVk9UgR6QUx7uhj7jOZ+OQJO1+HuqE2yYhEEwwdLGEyfy3xqJgVxlC25DngxbCIcrk+rTSmNTN+8mnqZtjuN482bLAsX72FmFjw+zbU2/hqxLfdyQNEjQKBcC4FCoBAoBAqBQqAQKAQKgUKgECgECoFC4PxHoG5YCBQC2wGBbf4AEh3jcXOTuiv66seCSy69VNdc+wRMtH/pfrN2I+sUBptzagbjtvAXTfJuzDWXs+VIHY30IQZdxePHxfnvj+A+HpI5ER9sztc3dODAAc71k0E/NXMS4Ka3KUtByUwWEw18fFHwJtJ1XOLYsaM6fPiIzZs01rGpmDiCiYwhdOWVV+riiy8aH0EmO7tjuUB6sqPJabkz+USQ7PJirclF2tcERAsXywuBGjbm67r88sv02MsvF9fYNJnDmYkXgpncOuNmvR8/DvPwE+FiMXq6VlNG2deEwWCxhYJVrOw2mTQNdFjGCcjyNXJ3OrtmajEsTO5+tTCPum82EsYWEaQzYRwnsKfOOfEatXBT8lioYEiS3k2kkk35c2GhOQbCy3o2UqJML0uhiCVCFRFCqfAf+I35xtI3h1SjECgECoFCoBAoBAqBh49AeRYChUAhUAgUAoVAIVAIFAKFQCFwDiKwzR9ARkTd551obG6PFg2zma655jpdcsml2tjYmNTstOZpMjsMwS1gtumbAmixoaCJLPlJwk12tDxQ5Jp625NoHnftXI95zGPyIWEl//2KtBLT91yD1cSWSRyIfOzYMR3Yvx9f6sLgVeyYqE2QHb1vUmq8jBR4+dd1DbOZ7rtvv9bW1vVgw336fsboQQ5/C2Tv3r3atWuH5m3O6d3mu6c0YuJHjB5LEF5egYDTqaxAF6gAABAASURBVBgf+5uyFhtJ422Ozd8wmTtBemPI2fKz2bNnj264/gbt3LVT/paL8E8zy3Sec/IpoWEGhM/G+roeuP+gTq6todiswef53FSO5/W6lJJrlgd5gpeIxmtCPwclee3LhhD4R+6uyXrv1vhVxFhiVERoHpJ/BB3nsxs677YDlTKG1RCYD3jbWngNRUAKC5uEzkLX9mxZQyoD7zC3INtSw8Ic9S39BueaCIvtESHr5xtznfogPzOqUQgUAoVAIVAIFAKFQCFQCBQChUAhUAgUAgsEiikECoFCoBA49xHY1g8gblY3Yzwt2c1FkTK7J53oXbt36YlPul4XXXKp5jyC2I02uUTj141sN6zdLDcvRrf3FXExsykvWtfktHJxjGXI3/q49ron5K9vUoZTIXr7LshBJttNGDZoPB84cJ9OnjypiFGJ3tOubo7P0TMlzOFOuvIGcM0qLT5InCIGHkAO6MiRQ3gR0PBdqiPZXDALuzcyGYPHXPYY3XjDjVpdWZUfK4jssJAjovv2NYNYomcgH7cly/LqaIhYN+UzEX5hDPEMoq3b2FjXjh079NSnPFUXX3wJKucgLu0sDeIUQokyb2p+e4AJnThxQvfuv1fDbIECfg2bNnGxxEdHcs1xs9U1+aTkiQjsJvED4bPsGzwEyeR44ijDXJIfTAJFpOR6eyYR3PNalgzbwidVTcF5YrSR2EaNORMRnpDziQgTbzTKQVLHJj+eZ97uEWP2FKzdSl3tVT0r/sNspo31Da2dPJF1RHS7ahQChUAhUAgUAg8PgfIqBAqBQqAQKAQKgUKgECgECoFCoBAoBM45BNzSPeeKergFuUWbrV53hbug7IpbVh9uEpsuvuRiXX/DDfmPa/sRRLwquAFur8yhRt+7yU1td4V7/5ekBGc6msxh2jSqwdMzl//h8At27Sb/jbro4oudkm54kzIJOTQNdESltMQeO3pUB+67jzz9GyrTh+K+O0fKeZyK6jJv1o3B9TQb1Ec/qdmdnvlcd999j+bzDfjWHfJs86ZRlbqJF7Ghx11xhfY++cnasXOn1nkwQmlD5vGZMMrhNNThjTeDVIf6H9SZ2bbuO3JpaHxM3KZJ66fWteeCC/VRz3ymLn/s5cSgJMDXCvbFJM6yCRAWajP799+nQ0eO8NgR5LXGHtEZ6kmGeLMR1nP24iT7ztV8gXS0DNnNASM5Aq1EfAwYxw8p41zySFgU/oMfzlqMMIeT6/CGT4OstmvudoGaBXZKlD/rJISGrtnZO5TT+WCmEFKOnko8ZEVQbMY5gzXhBTsb+iFp0KlTp/IxiUNVoxAoBAqBQqAQKAQKgUKgECgECoFC4KEQKHshUAgUAoVAIVAInOsI0Bk910t88PoWTWn3dZO80Nz1tkyZInTppZfpqU9/hi665JJs9rqxbFO4SWwG6o8dMDmnJBbwolHcwrzoEXP63L8y6JQu3HOhnvkxH5PfXrB5iur5F1IPPG31tx/233uP7j94PxaicWdygCdnoHWeqdHufvdkx4STfTr5Gxx0v/MRYDbMdNdd71f+uxjDkK5nXzgTg3PGiMNsNtPjH3+lPvqjP1r+RsipU2v5zZnmF5n05TwKYeW4RpRJ7BpHW9o7H6NGxhDeDytrNNyvuuoqPetZz9JjH/dYTAsvPDwdyymctSRx5ujH5n/74+bbbiPWd0Qx5gcYh4injdxzwezPLwJGkNPbgDKQOYncVoa1+Rknw2LNWAYS0254EzYKqYD3hGc6xg9G3htnyMTZlk2j51RqmkXC/Bm0g0myRh6ur+9CNxL5UpAU0QNC/kMB6iPYInXBnabjQvLPBRSzUAyhU+vrOnbiBD6bsYTWLAQKgULg4SFQXoVAIVAIFAKFQCFQCBQChUAhUAgUAoVAIXD+I7DNbuiu8TYreancmHgats00yrBKyoWOr/duu/Cii/SxH/ccPf0Zz9Dq6qqGGORf9dQ25viJNrFy9HSOC5roqZIfGBoG+0dE/qqrpzz1qXo2+S7YfUE6OSKZh1zs2XTwgYO6+64PcG5k45n0vfRFPG1vfzsB98nWTSjs6Y0dr8Vqe8oE3HrrLTq1+NVaBsxkj04ON1ny3bybIkKXXXqpnvOcj9MnfPzH67LLLtXqjh0Set+/E6dwRscF/KhADOfjNuN98OGhaM4d5uwDDfedu3bxwHKVPvmTnquP/dhn8XB0IVGnTfI6z4KS8WK/vrveW269Vf73UyI4kZeDeV6v5SNQeiI3mIlgt0zrCTtDN15lU08e63wmV9mqt2Q75HwWk7iD93FzuEUJPyZbg5Sj5epl5MbNmu6r9J1yWZcKMZZ8kcaJB86gMspsYMSaYVjNJkV06eTaSR0/fiJ1tRQChUAhUAgUAoVAIVAIFAKFwEMjUB6FQCFQCBQChUAhUAgUAuc2Atv7AYQGr+H11nvAvZFrXX/NGOV0sAfNePM4XHX1Nfr4T/hruvHJT9bjrrxSF196qXbu3JFhG+un5G9mnFrfYN/QfGM9Hz/8K6EuuuhSPe6KK3Xj3ifrWc9+tq677glyU9+NcdJm/Gan22emlsW8CXZ0OH7smO644w4dP3FcEdNHQY12gRqNaZcb5iFP84uGPelwyTMnHaqsldcHOePBA/fr7nvulh8f0pckzpkE72Cf6DjfwXqX53Msm7/8MZfnQ8jHcd8b9+7VVVdfrcc99nG69JJLtOeCPVpZWc3HkWG24mM1Y9+xukM7eTDZs2ePLr3UmD1O11xzjZ4Mbs95znP0LB4+/MCiNmf69CymL1nEyObW5HpMwua6TPv379dtt92m1ZUVHjya+kNM85WIYqd4fwMjY6whNnnv2PzrzuzlgNxZ0oTNZ0V4JdCbCTbt+KlZYYRRmmXLaT7j7IRm3PIMf0i2+zaZSOaydovd1WtLvRpRmct+DoSYYuTxtjvQjujwzpms40w9U6q8DOiYstqpLFvYmG/I3/Q5deoUEJFYNQqBR4xABRQChUAhUAgUAoVAIVAIFAKFQCFQCBQChcD5j0DdsBDYVgiMHdxtVfOi2EMPHNLJtTW5matx+FdFNRrCvYXL6i5vdnzpDSPaZlc3y1do0D+eh5CnPf0Z+auxnvyUp+l6GvRPun6vnvikG/Qk6IlPul5Puv5G3XDjXj35KU/R057+9KSraebvIN6NeOfLYxYMB1GDxSQ3qa3qQq7+ty/uvPNOHbh3v4ZhJt9hLFPawDlj2EXdUM7TdGll8dm2Z38deTMitL6+rjt5ZDl48H4a2/1bGj7H5Jgkxzh3JkoBXyNlXuPDgvLfT3niE5+gZz7zo/RRH/VReuYzngE9XU9/2tP0tKc+HfL+VHbIuqc9Xc8A22c+85n6aPz973w88QlP4NHkgsw/bzwucQQzy9hcshAeBkYNxbrh37wDlK1HjxzRzTffooHHj/TCZr2MezKR39zxtWzHzBZYIQ7k3QXX0GBejNExIhQRVnTCTpDSH40tZIBr1NfYu0aN3WKSF0xL0ynxWNbIXiYOlG3+/AQX+XQlOGV9/laLPzkrIoINItBHCrl7hjxQe1uQtUlerMU/IhTwpmEIfv4Gra2d4gFkXWlQjUKgECgECoFCoBAoBAqBh4dAeRUChUAhUAgUAoVAIVAIFAKFwLmMwLZ+ALnzjtt1z9392w0G2S1779lZNuNusDvH7vSerbNL07vN7aD8dVaPufxyXXvddXrSDTx6QNffcAOPH/A8glx33RN0+eWPxW8XmULzOac5nsPgxtWHLlGez+IJ4YQx1Ijzv8/xPh5AZn78QO7N7zSzCB/RYJc4bLORn/fApk5s2Joopae2YiRSyg3yYRh07Pjx/KbJ0SNHsboQtrPM8GE2Q8yFR5gjWeOgufEi+QoPD/52xyWXXKrHP/5KXXnlFbr6qsfruuuuzf2KK67QlZC/5XHBBRdoNptpim/OYXLes1Ee2O9oXEwpca5LPH7ihG697XYdPHhQA838XmvLx4IZwhie+EWEmHlKsCZ5gZfzqXX7pFvozQhbKLQ0LPC3puds4gPo58BO+Za8JRz5xOXhUIGj7JuCCGldRGbK1LwS581k3RayQMIB48hmHlR9ptJZkum6xmbReV0DYjMfQ342p3gA8aOcXTA9ullRhUAhUAgUAoVAIVAIFAKFQCFQCBQChUAhcP4jUDcsBAqBQmAbITBso1rPKPWEG+E336wD992noJHrHq972m3s4qZMe9kPDv7GhxT8oemMTqeN9Bkb/Obt4t35HDtv/Vc1NXzcsp6a2vZzqjZmdnbLqW9wMRKbc1l/77336rZbb6VpbW87kdH57WAxG9PYHIvsX+Pk8yYzqfppo81yt5GHAxzmFNabAu8D9x3QLbfcouPHjluVZ+PKISSxxgF+aQhUULfBY3PW3uVHyEkMB3Z8mvwo0njQmBsb7uF9vmS3n/M5fc84rZlsc9kSgxq5e3IeYkRo7cRJHj9u01133SWupRz4cXxnWRt1+IK4e4O4ED7itaJRn1k0GW6+eXGBxOLM5DxmV5lR+sqDQKY5zHBcqv8qre6n9ITHlKyEH4RKk8I2nT4mpR3nBGCnrjZezFaTDfZoXM47Xnw0TdNfZNRWLSiiR02KFK2C8eORabYy09raSZ1aPzW51V4IFAKFQCFQCBQCDxOBcisECoFCoBAoBAqBQqAQKAQKgUKgEDh3EZj6puduhR+kshiCpu2a3vXOP+cR5F75HzSnG5wRjbZzJ8SpU2xdo/trQp1zYUvJ/eWRgR1t9Irz2wU2jCqzOPStr0sWsyY3vHOXIjiXee/+e3XTvn1aO3UKXU8xV98pD858D6K3znU6n4ZxcarOdhtpZbJk6ra+TrIfJO6+5x79xXveIz8cDWC3eZL6OZOzHmLYzwfi5scD+vQu3RI0GuBSaV+YzZp9qo2be0pOkgwLMUxNlzIfEVpbW9PNt9ys2267vT+6yDlsTYZTLMPnRM/kNQN9MuLtQ/Lvk0JkorfjJgcIKNp0LLzkshqcf5aQugsfmPWo+7SDr02NuZHBezcurQTFeKq1Z/WxAZ/uZw848jPT4sewZJYXn2s6y7kZh01Q/v1wHHzEoIjg70zkN0BOnDwJvv6Z9Jl6lGNNB++8Qzfvu4mf8YnepwdOnBKQPcqcFVYIFAKFQCFQCBQChUAhUAgUAoVAIXCOIVDlFAKFQCFQCBQC2waBYdtU+mCFDoM25nO99U//VPfc/QG5yR2K7k33148IXaB9jUxvebKidlsb8jcGkOgH4wSDH73q5K0bs2FgjgIuykSjLIZ1lCLHmiczWibCxsaGPnDXXfqLd79Lx44dp/E8yLn9FoMZJyeamt1EZhIsdsIERz2s6P3o4HsQ1Cd2QREsqZl2QnAkm2yKCN177379yZ/8sR544FDWaU9jRNqUcc8MjpwoFOhMbJTQ9fA4p2gWSt6J4HNagdzA1zW3B2uD45P+LOMpeSKizATL0aNH9da3/ZluvvVWRT7eUIVdCFK6AAAQAElEQVTjTGIMyAEht6W6EPNezUCTB8+zTAInG2xEIDlLd83afRfy9tnSHpj73WBi4DOVKEOEK/IP+tZYAurTElV2IR2xMa1zid2O2bokL7aOxM87Vh5iGieYg7qLuiLYoMw9qiRFhDxcjjmLAY7DbNAMwfie5BHEPo+O/PjxDH3xN3+LXvXdr9Irv/uV0Kv0nd/7Mn3Bxz9FF9QjiGoUAoXA+YpA3asQKAQKgUKgECgECoFCoBAoBAqBQqAQKATOVQTcr/3Q1PZXkCUb07w4+P+K5+lA7/zzt+vOO2+Xf52PG9VTSdnwRWEfk5vAc5ryhGZzXHbAbv/GgolVyl4zCj+qOMb0YD18h8dcpCJAS4PmshvLd9x+m97zF++W/52F2TDYXXkOSV3T2N4mkMb7mAKO+kYBi8iVZD4zNM3RcWxKOGdjfK55l9NPqdM4ZjS8Xc+fvPmP9IEP3KW1U+tbfPO0XHpVDmvpgdKTepmaGv9hh5GSx0cG1pRxwaMAP2YE2SRG+nm3Aj1sTn+e/qZKCuPih6P99+3XH/7BH+nee/ZrdbbSobKdeCan9BXGWsgnTPU37i/IOknjJobPm+4WlAiUmNFkTSHLSHhO058b+TAEjwcK9OZzt2cDeXQ5W5bTsKfoZeQzveWmnmLLHuim2rEHpD5w4+6s1o25bHG+/BnAZJkEWpjtayVOsBr42bMxIjTEoODP+vpG/mq0U/mtpNDDHY2/GGsnDuve992ifftu1/4Tn66vfeX36Dtf9V367ld9N/Rd+s5/9ip93ec+X5fdeZtu3neL7n3giE5ubP35fLjnlV8hUAgUAoVAIVAIFAKFQCFQCJwjCFQZhUAhUAgUAoVAIVAIbBMEhm1S54OXSWPXfd+I0JyG7M03vVe33HyTjhw5RAwW9Lj0ZjSa3npFDz9N292vn8NMFlgl4WSdCbbP7DbDWrlMnDK1jyOC1rJ0+NAh3XzzzdBN5GtCTaBn86LulSzRfY/cGjYzNNJdiFmoQf14cwjcuWE3IfVpE7opYSPTsj0itMHryzvf9a6s6/Dhw4ldRODZU2gKnsTcnSmZtLbOLmIst7AyUmfZeM95FjBvsnWi/m9n9JOW67N9Pt/QkaNHdOutt+otb3mzTq6d1MrKzCYCeqaI2JQTlLY4t2EBOVmRbnY1qY+0wYYd2FviSGrnmW4Hht2vqedgx5cPcnRsSCZvfbe/U3Rpyi7iQ9OYuGlPfQ9IVrLFpD78FR1qym3cfc6WkPREswgz0ykieOwwLwVJEGXJjyFE6Njx4zq1zkMY99XDGfMT+sC+fbrpptt17TM/U1/1ja/Sa1/3Wr3m9R+li9vGGRkufvpf05e97p/r9a97lb7yb32qnnTyZvnXwN1x6KT4MTzDvxSFwHZDoOotBAqBQqAQKAQKgUKgECgECoFCoBAoBAqB8x+BuuH2RGDbP4C4keuGtB8vzDdeMu68/bb8VVPvf//7dPLEcdH97Z8O3V73eOc0kRtN+a6c1tGYenjU9jXR7bY00tjetmFBmJgZRXd5gE6eOKG77nq/3s0jw/ved4eGYaYIHmnsl8329EbyDI5AJh+rkDa/sWAzNHdd2H1Xetje0DIJ6N+AUcbJAx1XhINh2uCtpdKcrOJM6Y7b79C73v0u3XHHHTp85DCG6DYp95AHMe5Us1GYuIasN9maO7U1yJ+D3ayfzrO8ybex6Y2WOZVk1kmD5dixY3ofn50faN57003iI5XPdMEtA5zd1GT/gVcXY+DzTRPfXYmgLustI6n5Lv4YewqvpMZiP6SWhEyAsUZkNq7e2PvElTxO0v2s7dYYc1kj6uskArDI9+iExNTSOE3EYk0oRi6ZvjhdnsOing+ncdpfCk360DhgmErCOAwDeZqOHj0mf9MmwpbR96xb04kP7NO+m5+oF77+x/Rrv/O7+tevf6W++Z/8Y33t1369/sk/+Zt64q6V0yJ36Umf/Fn68q//Wn3t1/xjffM/+2694b/8jn75539EL/v063TzTft0fKMjd1pgiYVAIVAIFAKFQCFQCBQC5y4CVVkhUAgUAoVAIVAIFAKFQCGwLRDY1g8g9JRpUbsFvEmivTubzXTo4APa956/0Ltp7r//fXdq7eRJRQRvIWOT101wJxgzJKtpuCHr5rbJ/JTf/BiPqyUTLLkFhfzrpd7HeX/xnnfrPdDhI4e0srIiR+UZLBljBWe7MW9anES3v5lwwnU6mOa7WZQaB/G2W2NKa2eUh025xz3Y6XZ7Jll0TMxChw6D1b59ehePNf62yuHDh/FpivAhkt9eWJk0+3ls8LkIORur6ydAE+ElP4RgykmWrN9n9liijL8VePiYiJAfPm697Va9453vpJZ367777qMGHPBrCnL6CGeHSMRMS+OnuBFvTxQ4SUND8hkA6/pcj3/tWd4lsNmRBHZjE29SVkqZxw5YbIBNlWAgTlYfoQgIISDhGy36PRXWJJHFJ3UeHwvWZZEWAok8SrKbT5grbLOY+6CIMScbx+TPcQSCTOkoIac07erD/sIQwQITEYoIDbOB7DyAHDmSDyD6oGNdt++7Sdd96Q/pV/7ox/SKF/99fcanfJKe/TFP1jVXPkYXX3ShLti58qAZdu65QBde/Bhde+NT9bGf9Cn67M/7Un3L639cv/0jL5duuUkP+LN60Ohz3VD1FQKFQCFQCBQChUAhUAgUAoVAIVAIFAKFwPmPQN2wECgEtiMCw3YserNmN4vHVjLNZTe5G0ZTDIPmPCTs33+P3stDyNve9me66ab36tChB4RBtvubGrSCaQJLIYYDvbGTDs6zn6H0sjxShCJCA+fY9sADB7Xvve/VW9/6p9q377267957NaerHkNvZc9lLxKbgQ9omm7QO713PEb16DhK3mxzNd3iDNbYQu5kvViv7PPPx0tkXpvSdcH4SPr2TcEfIR04eDB/Jdbb3v5netvb36b3v//9+aunfEdTRCwyuA4TCZjJkSHNi6WNnL+RMbKKCA0KRQwaoPX1U7r77rv1tre9TW9561v17ve8R/feuz9z2mdOY9z3da7GCX13tWIgcUfrxUMCqfHAZh2EQ8reN5mUxsXxU3arkO3oWLOoArIqSSlZcwYFNofFssWKUc4aR965bOpHEGFhsuVunZxRORC9e9uSB6V1bDmDCEGhaZgzCa00SIoIaFDwc+vPFKB1+OgRra+vow+ddbR13brvXn3Bq39aP/xdL9JnfcJTdOUlu8/q+nCVsbJbj73mKfrrX/5q/cGbflC6+SYd9kdxegKw6T+/3HzkT3c5XT7dv+O87LWZa/Jdtp6Nn/w297N5bdU1/v5vbKwntsa304b8M31mTVtjF9J45/aI90WGYgqBQqAQKAQKgQ8PApW1ECgECoFCoBAoBAqBQqAQKAQKgW2AwLANanzQEukJqrlBzkPH5ORmOyrNaT7S5qSpO2hjY67Dhw7q1ltu0Zv/+I/0u2/6Lb3rHW/XvTyOHD9xTHPi3ZB0/9WxU67Mb4OZUelGpP1PHD+u/TxyvPud79Tv/s6b9JY/+WPdftutOnr4iOYbG5zrgLGh7HjO8KtE/t/4NpGXnj0cjFf7sHtaY9FneV80zBHmEJd2l9+u9P3xZtrH9TvGfBIexodtMTPcC5pmJ/MuCpop+NN0/NhR3fOBD+jP//ztebf/+T9/n4eRm3Xg4P35IOL7KeM4mN3nkk7+YTKFBcifhf1ck8m4nTq5poM8tNx0y836/d/7ff3mb/4mj0Zv1fve934+o8PcZ67ZzBl4OCI3aTIvFzbbt2a2qYFp8+cMOfc8P7w5t4LQ2dYzhSKUJO/+IPBqmZ9kTA7GhBG+632TwV6Qcvg+eCjDFtpBAruFjg+VN6+s2b7dmaTOkAozkv8tDqH2WWzci5WJRTnwZVIW9+zJUy1/3aVzivGP2E3ONbJaHulnAMB18MMH/GwYNLCvr2/o6JGj+XdgOWbBg+PRO27Vp33z9+tbvvof6KOu2pNHLOx/SSZWd+nav/4yvflXvlF337xPJ6YfJufl3mvHH9CBA/flt4HuO3BA9x8+rg0+d5vPRhvHD+m++w90//vu04H7D+vEqQ1DPbrPderkMT0w+ZD7/gcO6+SD/hqupo1TJ3Tk4HLO+3Xk5Hr/aMesmxv+a8d0//4P6N77j2htI8B5UASfAg9+oQ2dOHy/7r7rXh08tqb8kdXZh3++Tx5buj/38beiHpIO3K/Dx05ofRnLsx9R2kKgECgECoFCoBAoBAqBQqAQKAQKgUeAQLkWAoVAIVAIbD8Ehu1X8lLFNEiz6UvjuO9t0VCk3SjRmBa2gKSQh1k3UP3vc7z5T/5Iv/2bv6Hf/LVf1R/+r9/XO2n4337rLfmQ4ceM22+/TbfffmvSbbfeqre/7W3p98Zf/WW96bd/U295yx/pzjtvy//Du2lQREAc67o4LDjfdVEVZcyhRkMbA3Y/ZJiQchJKIGxjww7HbMT0OLTI5Pc6+rh5amu3pRJ/YjIeGd+FzZbUpxKJHZee0THzVLheKZgziEcICvOv8XrXu9+ZDxZv/LU36pd+6Zf0u7/3e3rzm9+i9+zbp9tuu0233HaLbuYB6FbzYHiLeTDbh/3Nb3mLfud3f1f/33//7/rlX/0V/Q6x/nVbDxw+1MvjvGzMs7vETg2JEjSOxs6F8xEChwbf7AHGMQ9wjZ7LMvqIUAT125cmfhrh3bX2ZhkzST19f/Gzwz4+jiAR32yE2AlidTiysQp2E1q2iJD/IHWfsJkFvWzJ3VwnUacYYRs7m5IkRaCF4Jjw2hxDNG1qXG+3BZsfNNjUc4ecIslKmKABLwUzeGSaac5DwokTNMp5sOufu84Y68fu16Wf/Y36hhd/hZ7zeH4mTvNYp0F/1y3v1G//1/+oH/6hX9Etx0+d5nFM+37nV/ST/+rf69f/+N08ChzlseE0F8TrPvPV+sMf+Xu68+YDPBGgYB593036lBd9p17/+tfqNa97DfRave4VX6Ebr75Ia2fp7m8c3qf5R3+Fvu/7N/1f+/2v0As+/qnacZzHBjIfe+AKPe9zX6xXkvO1zvna1+r7vudb9XduuEkH1zh0y2xaO7aqpz73C/XN3/c6pb9jXvdavewLn6yb7j89oOn4/bcprn6OvuCFL9Nr3/Cj+oVf+W393u//L/1B0v/U7/7mG/WzP/oGfc83vVh/+znX6N67Dulsby9tziPqnsfob339d+l11Nrv/xoweGh67eu/T9/6ki/Qsx5z/1mx3nLFEgqBQqAQePQIVGQhUAgUAoVAIVAIFAKFQCFQCBQChUAhcM4jMJzzFX6QAhs2t4BzZ2HK5A507tgXMxVemugFaxhmWl3doZ07d2llx6qOHTumuz9wl25673vkfztk33verfe8+13567Pe8x506O+95wM6cvyYdu7epdWdO7SyskPDMFNwSIO2zGxwo/U0Yey1jisNdT+AsGE52yQo1extg6a2OKfRJV/tyQAAEABJREFU6E/WV0wSo5lY5jT6Gw38BgqIOObKzuQgN7k7EYCP604OGx5mk+iLI/ZYYyWW2WxFO3bs0J5du3XB7t06ceyE9u/fr5t44HjXu9+td7/7L6B36x3vepcsm96J/r3Y7edG++5du7Sb2J1gt+p/F2Xgxy+L4CxmHp6LBVMKfXGNVkFmrcx/5wOZq3haBVnBJic2WW5IzUow826yaLt3KFW5SNxXDGM1Je6YjnY5buK9Q1aZYAllWmCbJvrIOLGGcnCOOVPKLAs+f36EryT8xIgIWAjek5TIUoiPywv7YiIHlkARAyuxvkugG5Bn4M8bko7zADLPDxzH0yc/T4eOntLf+Oy/p7/+lAtOt2rt3rfrv/3Lr9OTb3im/sbf/VK95BvfpvvPeJhY1wPv/AP923/yZfrMT3y6rvjb/1Q/9we36PD6aemGPXrqp79Ur/7UA7pl/BrIXSekT/t7X68Xvegl+poXf42+5qtfrBe98O/po/deqfuPnfbQskHc3Z+nf/p9r9DXfdWLu/+LX6IXf9VX64uf+zG66H1+WDmh9997vZ7/2V+qr3nhi/US58Tna77mq/VZT5P28x63taoN3f/+i/Qxz/88feVLvnr0/xq95EVfra/62x8jHbhvi/uJfTfp2s97tV73/a/T6/6v79HXvuBv6ROe8QRdddUVuuKqK5Ouuf5pev7ffoFe9urX8LDz/fqX3/gpuuWm/fyt3ZJK81PHNXvsE/S5L/h6ffV0/6wXHB5if8mLvkYv/Aefp+dcfZ/uOv2NZusxJRUChUAhUAgUAoVAIVAIFAKFwCNCoJwLgUKgECgECoFCYLshQAd6u5W8Wa8b1G6Ge3dzt80jG9xuDFvnprVo+KYs2SXtc4Jam+djAgoMDS9pGAYNKzPNZiuazVY1W1lFt6pZyjP4QRGcQee4kcMJG41q8z7LWRrneFqec4Z9Ah+ZZC00OsFx/HwkK01Et7TgDc9EXPikBUXLlin+TLOuwQGY2Br+JoKZduGScH1OvpaSzwhL3C2dvUCePaGNnbgHanAwXgFGM3CZaQWMVk3gt0JzfWWGLnnbB4UY5Mpvboz4IXIylZnhEs6LV5/WmbqEU2fskzWb4bPwr5JqYcEuvjNE1lyX4jvbRAjY4Ms9nNF6kygwvCTZMlGzs+RATSNGBpsG+FFmY8qE8oyZNWEcj97q51RbIiZF8HM68XYIL1lTROe9JgQsMWaNCJmN8B6wIbG6hojg85rlr2rzw5/xjLBdW0abn9TGrmfrUz/943XxFgvCxn36jX/9Nfqib/8PesyNe7V3LzqtKOL0PKHg79IlmK/de6Ou/dN/rW/73jfof7ztA9ramw9d8ti9ev6XvkC68wifIAHMjfXTHjpOrWtjgwdBbJtzQ/tuOaCX/NtX6gUfd9mmOrlTOrW+oXnyXja0sb6u5axt45TOSGnXpLnsf/q7jn91WJrHpR3fpzs/9RX6/u94qb7o+U/XZTtGw4NuMz32aZ+sr/zG79G/edEDuvnu01+E+IjnG/ntsgdN8aCGlnEPfqcHDSxDIfDIECjvQqAQKAQKgUKgECgECoFCoBAoBAqBQqAQOP8R2OY3dPd2m1+hl99omTa3OekVu6FrrRvbfoQwpS5tWNwNhebEsGVDnHYjux2kOYH06HH0tA5PdH7PGOheD6Kpy46FDA0STWoR3/3mBDsHIdhsH4mArMPabuxnUcR8PlcShzTyd3MTqXwryDw+GJrjR/I5aFOi/y0chaC+4Ek+CvMcqWHDir5BcCl7meQIS5DPorYegSfMdBZvTXkMKlebxoa/D/Fu1rX4wSNrtGKRmNxEEZTrYNGU9cCQ1O6ZBwCMy6IkzHIUl234t+4o5WEEZlWI6Bs6NoQ+GzbXspCWjBlpGZrO6n6WFhV2FWvz5w+JnJ4me4o7OlfqrZwIYwQLsd0mpdSdR0EMFDaYkDzzGBgshhdOGha5Uuy5vIYUg+sNpCUK+JFmw6DZMGST/OjRYzK+OsuYz9+nnUf/T33sDbMzrMfe/XP63Ff/T13Hy8fOOMP8IIrQrqtv0PFf/SH9zJv+SHcd4odr2XPPHj3+xufrc3SPTizrH4I/ue8WffQ3/qhe9gUfrYsewvfDYz6pm973SXr9d36dPuX6C884oh0/pPvvu1+HT/oTPM18+dP1JS/7Sb3g8K164DQ4TvMssRAoBAqBQqAQKAQKgULgHECgSigECoFCoBAoBAqBQqAQ2F4IDNur3LNU23pT0Y3wpGw402JGn3LucxrHEOHdG3vy7txGRsxpF6PCzx6dCF3IzjXHIXXeIU9n8G67E9GXJwZNOpObVG66275MeGQRQXd7yjHpuj9S5mBnksbpoYnrSktwOUmlJNHq5+FgcR5yOuTuCLDwRVLull60bZTFZrPjrQ/kAJ/AdVOHEqcwkcf6Tj0eV2sXFEE0vtYnIWKUc8s2lI293925ySPws544bmSOEGys0brN9SVhdUo2otTJruMjiG2B7CjXqeVhPaQeJZ9s2vzLgZEaHM/RTGfDLSc2znDeSetacXeKpMi8OKMMts3p2C5ZbxIYWNPY85GpK1GHAoOJAiYu2YbSFPYgDmOfwQYxYTxDMXTyv4OzdnJN/tVkZ+BhV6gdkmZf+myd+U9/NN36J2/E40rtZH1kc9BjrpB+/k9v1T0Hj5wWukuXPfYafcyzpYPLX9HQBxnH9umOT/k2veYrP0dPedyOD+L4YTQduUP6/BfqCz7hqq2HHL5dv/Uzb9Cr/tkr9arvfJW+4zu+S2/4ud/THYc3P3cHXHL9Z+vzXyrdu9/SB6dD7/hF/dhP/Jh+4qd+YqQf07/74V/XTYceyZPRBz/jEVjLtRAoBAqBQqAQKAQKgUKgECgECoFCoBAoBM5/BOqGhcC2RmCzx7str0GrmaZym/ulYLrAqLM+qTf7YdV4FBCMm+wm827+JtFKdlsSs9WQ48jrbxkQN/nM6YKbd/y0J8/xGc/uZjhVkIN1MyEWy87rHUoNss8muLs2t7Gx0DuP3MgDn0bktsQT57PQYOhr1gQezr4gYq1fJE5vaT7dy3Zy2WciWYbs04k67ZfnY2V3GlQIWqTGS6kg1k15EFzUn7z1JtdI8AZk/FAR1pNOdftxReBPQrmu7ucT7CEeT9gjNIdIoxww/pzt72ydiEGfdirFneOIZfXk4DQZbpNdAz/nEHsniSzpPrD6L05I1MVKQp9jOxpFoMPHOsFaDJhO6pyVcMbIZK0ppLwXibGOPLmcVzlct7IWi+kPExHy48YQ7JaJCfbFtADNZjPFMNOJkyd15NiDf/vDce1+KZ5wkXbr9HFIH/hdHi8uXTnd8LDkuOgC6afv1N2HjmnrL36aaXXnbl1wrXR8q+HseedHte/9f13/18u+WM97xuPlz+Tsjh9m7QfI/7wn6bH+b8OpueaQqO2mP/x1/cw//AZ977/8Ef3Uv/8p/cgPvFrf8CU/ql978006Rsg0Zzv2aO9zv1I6dHBSPeh+7J5f0wu/8oV6+be+Qq94hemFevFL/kj3nHg4gD1o2jIUAoVAIVAIFAKFwMNGoBwLgUKgECgECoFCoBAoBAqBQmA7IfBX1jP8UIBE/z7TuNHsZnXfRevXTeJO6ZBLWuH6nmvDJ4kYkvUc6DIDOu84uvHOhgIb/nP0CPSom2wzNXSNtvS8+d8b2NLqx2JviFgKWJqT37S39MWTTE358MADQLOWAhzeWJi4oIXpcufn9oXsvnlI4DtK+HeBZKgs9jOIp4Qp18Knu+H5IHPJTrjmTmidd4fAc7q5RUmoErdNl0YcJ1oBpX93wo+s6JygZYbN1WeNbvglx94/GfubMlc+I5CfeHtZv5WWteZbRjg/py+5TtkaOhPbYmJDZeitQmILRWjRlA80y3OS7ZN8LpseFk3W0FfnbuY6OaZzm2v6UgPX3FQqlA8iGCPgZ4NmPH7MhkHHjx/XoUOHyNsUgYPOPtpZ1Sd17ANzadeDx501bFKG/7PDZ3mW5JNq2qeQ0/c2X9f971vT3/u+r9cX/R/P0WWz0z0embzhf5Dk4D7t27dMt+qw7tbaBj9XH6ygvXu191s/Q5deuKphx0wzKGYXau9nvEg/qplWV9flb9qsrw4U9RN610036/DyFzbA45LHPBHbAWhz+sjxx3+hDHw17NaeC/Zozy6TTeGlqBAoBAqBQqAQKAQKgUKgECgECoFCoBD48CBQWQuBQqAQ2MYIuCO3bct3w96Narq49H2zXchdGmLrTfWU4jSbm+EQncVGxzoJD4I0n881RzfHZtnfQGjYnJlUfdIV9zcMbLct99G/sfOOQg7yp7edifbs/5t/amUe35Zn4Yvc6HI7X+PpwzmEzfaGnyCmbGuseSMUtiWhs95+ZJPcD8WOOkV5ZA14kbzXjzJ17FOZo5yh8CJRhJM5DbHo8jw7ZHJ7iIqlBnZKvRjEwA8Q18KYgX0f4xDwa5wAh9981BtzNGnLs+C2zIYV/+ZTc28ZaV/7cXLKE285OIUwymP1hNLJO7bu2/OYN9nUCXACjWncfJY/L3E5q02Y+uxBMmwRWCDcXLSE2M1elQOVIrziQlFp4YECpbo23RSBBEVE8vmwgSkgiTUD5SSyKP5mR6CHgnz2H2iez4ZB3k+cOKkjR450TPTgIyIy3VaPHdp9zSAdnw7dan1IiUdC8TDgmrb6BmeFWPRQ48j+e3TFZ75YX/75n64nXzp5n9IH7n5gEh7+Hqu67m++Tv/ih96gN7xhK/3QD75Cn/LMx+sh33p4BLnxul7I3r/2WfoHL3qpvuXbXqnv+PZX6Nu++Vv1rUnfrld8yzfraVddqhWuuSgQjNvqhYj8rLFOc5XPaufqbBIXe6ys8BmGYjAt1MUUAoVAIVAIfIQQqGMKgUKgECgECoFCoBAoBAqBQqAQKAS2DwJ0MbdPsWdUSv91TkN/A6J3nM1feuI0de1JQ9v2fEhosl/aMHm3k9uNjW5rp27I5jbJ3JDvdimC1AQxzdD3buxajOlBgjB0OAsNztObQMMQ2QUnLEOt6bzrgJs29b7+Bjs+5GAlmiDHT9tCL07q5LpxVJLY8G3gYv2UI2XrIOOBGxNHgqgYvk/SZz0N7OZcolmRJ5EJnhV7I4pzWJt9eigrVuIcA4dDy0gM4CYFoBohOGxMahH+pEGQ/Cuxkicqov94Ntvl0SPNiTr868jSF76lUkoPy9A8c4u8TYYvbQTkIwt2DOqGIM7UgL9pAx/bQgz82hwNO1KfNjQRGr0R7QcsMsgDvdkIO1kx7t5sswqHRj67WJ3HWWeF7fbDbtYUEViVZN+QOj8ykVJfk5UUESxM7zI/9FqRNzY2tHbypE5CrkMPMuIyULj9qJa/rNBdL9VVn7giPcCH2RWPbD1xXPrMy3TR7h08gyyHbmh97YRO3CntWlnWb+Vb/jxcoa96yVfp057xmIXx5J2/o3/7e3ct5IfLxHCxPvFLvyuvhbkAABAASURBVFXf9A0v1UtfupW+4WVfpy/+rGfpsv6j+KAp5/v36aZr/oF+5Gd/Sf/uB75Pr/z2b9O3vvxb9PKXv3wLfdu3v1J//1OfpUt3nJ7KH/qmbs7fqT07VnTZHj67TXVxhUAhUAgUAoVAIVAIFAKFQCFQCPxVIFBnFgKFQCFQCBQC2xaBh2jrndv3ajSJkyhzTmfY39yY0/ROHbtolAZ6T9EEdovRlH7IqXMOmo2OUQ4ajnay3TuEC5amRr5U4+LzWp6BHqtbwennBWoQ7WOOdgIcmFaZRJ65yToTedqihiY/EjT0wTlsTgNZ0zQnweIsjNZaJ/Q4ofG0lh2d8xoTE5qcrl2bLwJZY2O1z5w6eh40xHeeMPOux2TeR7D7bKsWP0joSOWZtRJ5xvQZrmvCqN+z5eMDQcRm8twba4CPy13c0Wc4K27+fH2+yflcj2t2XH5W4Gy93SdqNoxCY7evMeUYh6Lp07nNOfdAHTbaPzJ+sqINobGFTPDdFZk6fTbvI6gweHLZIXfi7CIPGDyMISZyCTKnHBGhiEgeBk+BVRelkE0RARvwpkH+ExHyiAgNUAT7bMiHj4d6/BAjLuacn9mne+FPn4+/8dmo7oYe+Vz7gPScT7haV1y0R73CKceajhy8V3e8Rbp4ddKduc+PvU3Pe/UP6x9+5l5dMJmP3aE3/uT36rtPToqP3N6O7dPNn/Aq/X//+uX6si/5HH3a856jp19/jR53+cW6+NKLt9All12iC/fs1Gzrxc9a7Dzm8s/OsjFQjO+Cy+riC4FC4COKQB1WCBQChUAhUAgUAoVAIVAIFAKFQCFQCBQC2wUB91wfXa3nQJTbxi4je4nz0JwOdnPD2zsdbffyk3DCTNO4yY33yEB4GtSYpHFvNIgbvM19h7PsfM2ncIbzoxZEBnJKmFloVqZt2ht6nDgAjTYoJJvz5MsdfQe/kcqkcXeMCZkt6yCGSZn4wbQNG0hgPs9ETxH+9kQSvOPcXY6hn4I3CT2JteAt44kdd1vTNMn4NCexEnLOjh04UK3vZR0ZsGrh2cAxNCDjR315X+cEwsmXy3hCAYmjOQkfJOIQU9WSaWgwpZ930mDFhODzLee3OtA2SPgHpKXhGnz2Jo1GBzgPnw8ZUbbxbcgZAnmcDav9uLfnqB03jKn0jsr3bzFWMOpQe05ShO2WQkqejRzWcJJVkkIRoeUxiRGj3huUTXHrIKZQjRSKCGkIBT8Ls9ks//2PEydOdP1y8tP4iMdr/aJf1E08WJxm0mM+7m/r7/PTf7bHkdN9t8jthG7feL4+71lP4YFgxxaTTh7TfXe9Rz+r3dqz1bIkbWj/rm/U97/ks/T4xSPJYb3jt39B/893/LbEPZecPwLsUd30/r+j//s7vlyf+ZzrddqNHvX5rR3TalylnVu+CdP0wD3+x0pmUqhGIVAIFAKFQCFQCBQChUAh8JFDoE4qBAqBQqAQKAQKgUJgmyIwbNO6Tyu70TrmxcMN6uwge7Gu8QhBOzlFlrSjw9uN84nkbmKaW2+y0wyfbGSlzWv9RM4HTw7laDTMLVufiqWFdj5nOmnPh88Uhz6b8s06yPtEzoDdMRyexmzwY08TS9rSB4EiU+bhIy/s3TbO6pXhQ6x9fCZqSmq48oSBn2XTck81Usig9HUsTE+Ec68nDyaPczXM9reL9+Xc2FLNnudhd/58TYGn3q7GPvqRDC6v3iHgTCR/UuiXcEXK2rybSGR5IlRTKod3sjLJRSSjCPMToaMsJkzXmQ8FslNYMplPlSKC3vuggQZ8ei2WZORhzuRI10eQp03qTLCFHmxwRKLQPZylcwTJNODAVPBHMCF5y4XKtMrjx+rKqo4eO6bjPIDoIcYw7MLvD/Qbf/K+Mz0vfq6+92f/vh7Yt0+3HzqmE/nNC9d0uqt1TRuojx07rH033akbv/Lv6NM/6dm6fIZyaZ48clD7fv81WrvkKj3of5jWpL/z8hfpk65YXUTe/54/0S/8xGv1ywvNI2Pa/ITe8/u/od/6zTfpTafRb/+PN+mP33aTDvGjftasB+6Svvbz9ZlPv1pbHz9O6f1ve6N+4JteqC9/wT/Ul33ZlyX9/S/8PL3+539X95w4a7aFss2P8Hk9RXsuWKhg5lo/1TSbhQKp5l8dAnVyIVAIFAKFQCFQCBQChUAhUAgUAoVAIVAInP8I1A3PDwQetM+4Pa7XsiGczWQa3645261eLCQheNq+1GhPk5e0KfO4097Sp9HUn2fjHLO9sLeR7AuPH07Y8HA30vm7pGYZ3tNqk9KNJZXkgGXmGX2xAT0b2XNlYeLFdLz98q5oPae8k85u1k9+1tunzcnL0vPCk8y87V1SNlRdNk8LSh3JmMl3mQgUzuf81pEmt77YCGeHkZofkuxEM94xKYNbmsfMqYcnMlcvZELNakcrKCxrRfY+5y5WJ9kNho0UuU4Su1VdR4qUp2VT7vZJv7xz3KbIHRyTbza+ExZUMnDWBUwMoWk4q2mS+x48lglPbRkRsZDNRXiVxk2bI/JhoFuV9ohQ/hl/6JJHN0AR/PVmNz+bDRpms8TVDyD+FVgRoQ86hpkui3W9/T//F/354TM9b/ySH9d73/gGvfC5T9WNT3wGDivqPz+wixmK2aouvPqZesYznqOXfO9P67/94Mv13Ou2PheondT73/qL+rZ/JT3xcdStBxlXfqK+9GOvTBzssXFgn37zP79Wr/y5dT3BikdD7Yje9sOfof/jb36aPu00+huf/jf0E7/2Xh0988PMkw4dkP7Rs6/XRXt2p9yXdd3957+sf/Gsz9Y3/+B/0S/92hv1q7/6q9Av62f/31/UPYdPir+S3fVB1o1D0p4nfqyu2QLTEe1/2wkwXhGLahQChUAhUAgUAoVAIfARRKCOKgQKgUKgECgECoFCoBAoBLYlAh+k07gN7uOmJF1qZrakLQZle280yc27+dtwaG68Y/N0r9g+GUQnstGo778+K7V2oXPOdIwJdeYgj8jrOMs8kShVXsaOZOpTJt6+dk4irc9yrpRbb4bbt2EbdUTJYZQEy6MDJpsn8p3cZJ5kOR4f74GRqV4KHtjahg81iXwaz4TFpsVoNGQhDua6ToWF2+GT97ESjadl7xPlmSOgfpiYu3DivDfuBCvjq2Rck2shN34BNc4UhAXvXlfDN2V2NBpyNweZT6MryNui9LQSHXZzeTYZI0KD3VAy5dz2FiN5KwFsTpwftPzNlgGd4+d+2bAe2XqRyxQKopls+Y2P1COnnxJjDkrGZ4f9o5/K7ZMJdBGhHHkGwSlsXSJGH9Su114m/8W1Jcgj+wQO3tlyIkeEBh4xXONsNpPHA4cPaW1tjfKcxZoPRqHdl16iX/7D/6b/+itv1ZEzXHdp72e+VP83DyQ/9cP/QX/4+5+pa3fSnN/it1PXfOrn6zt+/mf07//Tz+vf/rN/qGdessUhhcPvf5t+4Ye+SXc+fq9W9UEG91pYeSV45+/8nP7VK39NV++9RMZkYXtETGjlAgIu3au9e5fpibpQH6fdq7OEGI9xbt02/PO7Bc5TOnL/vboJtyv3Pk6PufRSXQpdtIPXkp1fro964g26ZBfGs835KR099AG9/5j00V/4NM5fclq/X7c/cESzHStahmHJo9hCoBAoBAqBQqAQKAQKgUKgECgECoFCoBD4kCFQiQqBQuB8QODR9wzPgdtnQzibx8qms5vUFpWDFiHd5jnNezZa4fSdMTqGbr/aBi1uy2khwDzUO4vE0tR3T9P+nRzfiZUAJg5p4wCf43/nw83+4Eznx6NP+6HbgOznY0w2YqICVhRMGtNk9/EYJ3mOxwaEF/ZeNwyO8Ph5Nprd2a+f/JDTP2X7jURS5ogXkThZznt0MVfeJqYjRKrUiUYvh8r+8+ZnGNTjzHjseQoOljlaxqNZn7ruzJHJbNmxW0lah20S+vQjh+CBxm5JPsuMdZgwN0X+sRZqENNb+topusI6uDyHQKKQbINLX4t2QmfZob47arnG5OdY+DmyzmT33IlR/s0yY43IKkbru9UmknrDoIhQwESEIgLuzBkx6tnmYsHFqgh4iFURsUm8vvjxYxgGrcxm8rjvvgM6depU+lh+SJrt1hMP/E/93M/9lP77H96hE/5dVqcH7bhMT3j6s/SJz3uGHrvaz9l02aErbnyanvPcZ+mJly9/S2LTo92/T//v93+ivvm/P1F7L9zUPxR3z1/8un78279db3rCXvn94qH8H7kdLB8iaAX7A6f428lnCTvOHbr0cTfo4z99h+7et0/7Rrrl0s/Xd/7IV+rTnv0EnR0J6egle/Vpf+sr9C2v+Sl93V973Jhv3A7u1zuO3q+VHSuKUVVbIVAIFAKFQCHwEUOgDioECoFCoBAoBAqBQqAQKAQKgUJgGyKQbdptWPeWkmlDa04DkjYk+jb1plPnvrnczZ+jtsmE7MY8/WshQs7QeBeBHIAvykVAw5H07pMnEY6NSXC6sxA5KlxCI7xx7EijHYl4VpK53jmJmj3JAytxThJ2OcZkQ+qFCm98W9ph0Lu2OZV3Qsfx2Rw1C028Q3DP9HPONO881hNC8vRk9xkE4oOAybK3jDKTlOdSm+9AYcpcbssS2nnHIdibzfdFk34saMc5Hmtpzn29dyIIxrl8xihRFVl46fHzS1B8I8bknBEkY+LUSyd+wVuPPPj1IvmeERWYjDz6Ru6UyG2bqadFm7Eh+Z7qw7Z8TUIknNVH45ucebR95pvIQEAsxdstIryN1Pm+jqrlLQ25SFPcVCu1Zy02QxFecBtCMx5AGn733Xef1tcfwQOIpNVLr9F9v/CD+t5/8YP6z//jHTp4CuWHZG7o4G1v1s//P9+tf/QvL9CNez/odz+2nvjAe/Rz//yL9IPveZL27thq+khKuy6XfvGtd+jAieNLx850+Q2fqH/0ht/WG3/h5/Wffvpn9B//6xv1ez/9On39F3yqnnTZypLvVvauGz5dX/n136CXv/Qf6EkXbLU9cPt7dOfd79SuHatbDSUVAoVAIVAIFAKFQCFQCBQChUAhUAh8WBCopIVAIVAIFALbH4Fhu1/BTd05jV23593snnja5IhesYxNcvu6Je07u5fdFnq07lkntXxO8Epacthb9JVbkjKmqWE0zReycqCmoe58mz6TzsnctPc+6ea8RDgPCZljTOpI16Bxdh8EByqokTPobxMhC+FHG8eNJB4nHJPkAyHciXSOjolDGsEtfa3zgSZ88PfqrXHHOedOtc5HfwpmkgFbs6PJh3h3GvMQM1PJ+lFoxBC8UE2y9+C8biOJJ75sVJruuViWb0OTv/Oo7YfgWkyB7DzmnVcM82yOZLNzg0ebvl3FKpTK0XKV8hwE+8mDizAFMVFgY00Z3+AHLEaV1aaGsZnpAeaSNmtLsS/OAcemiIDUSSEPVIowb5I214CHYlDw8BExaDbMQL5p7eRJHTt+TBv+tWh6JCO0+/qrpAE9AAAQAElEQVQb9cAb36DvePX36TU/9BP6zXfc/UgSnOG7cf8d+sNf/An9y+97hb7k239J1994teIMrwdTHNUf/vT36R//+AW64foHf0x4sOgPpX645BrpR/6jfus992vLl2N2XKhrn/5cfcbf+jv6u1/0hfq7n/sZ+uSPe4oedwG3BP+NjQ0+k6VKpp+r3Zfr2idcqyv2nHavdr/e/pZ36Ka33qvdO4alwGILgUKgEPiIIVAHFQKFQCFQCBQChUAhUAgUAoVAIVAIFALbDoFt3UmjbU0Tsa8wCX7z2hrN1AaHDZ6J2byb/FBapoa5/UYFG470zFs22/HIOel6o7o7NZSWnRvWygVN+sk27XbwaY7dTIwWJW1RmD5tN9knSJ7xmLoOLf55BjbUmxPH1LP7ccM3heU+o0t25DMYxbizids2Hh36QwgmZnMg+f3wYf3cDyv48vYx5kPA7ppMgvcdTLaQwqrctiwY05/8W+vDYEf0pPJMsmoL2Q0f5pLdKE1emT2FdMUrNRmQXK8LY/BTogV1tRajWxdiMsSTJ2EMKzgXoFFllr5Yr2TTJc8/Pbf6iO7RBSnCMoVpHBZHVrLAeRwWEQoeNlIXrJCgiGALDTx8DObDjx+DVlZWtH7qlA4fPjx+dnoUI7Triidp5fZf1+u/9dv0T7/ln+jrv/FV+r9/4pf0R3++T3e+f7+OnVg7e971o9p/9z36wPv36Q/f+Av6t6/+dr30H79ML/+nr9Q///k/1w03XK5ZnD2UC51hOPSn/0nf/Mqf0pVPukpn/AeMe28NCEVACyV8SExNIwKJOcln7GezOcaOw25df+Vv6Jte+WP647uXPjvboFhZ1Y5dO7VzZUzSjurP/+AP9O47D2/WMAzaceHleh7+/oD8d87sMh38iz/Rr//Kz+rts+u0GssW86GIMDNS57eoRktthUAhUAgUAoVAIVAIFAKFQCHwSBAo30KgECgECoFCoBDY7gic0T/cTheiJ5+dZXrC9A1pPsJk437c2fI6UyNwjpTNRZr9bmLb1/+A8RxZVrhZ7TT42WZ/EjNp1ZPMOjbOxInDaYeLljREANN2jDkJIqU9MDBts0QkdlYSpW7ccSFP9/C5ts2xcQwm/KktZ7IsacOf3b6dXKejHbLVB4vafIMUEHclEt6++M25BQcZBi3n47WjWYkLzkwzlE96+3nrrVZ0mObkmBMz2fKMMV/q8GnIJBKXRdVk/+Yz1EfDjhvY9ZzJ8wH6HBPatPnbHfYlCYFNEYG+wUu9+R/iWlBTcGBEpG2Ka+hazBVgwUxbY23pxuI6IMGiZrZkLToWxdIMbKauir7l6lpMPsMlmGywT5IVI0WEIsLmLWSNycqIiUMyaxmKCIVV4xKzIXGYDYNWV1e1xgPIwYMPLDDSoxqh2c5LtffGC3XP29+k//Aj/0Lf9OLP01/76Cfrumsepz27f0h/euSUto7DesuP/XP93cdfqauuebI+6XO+WC973b/Sf/qN/6XbTuzWlZfvoc6tEcvSfH2dj3xD6+z+N3Q27vpD/cBrflK/H9fqwulRYSlgZQN/Plv7r6/Psaxrg5/J0Ax8DE6Tv31xCp8N59yY57+Jkv+Uy0xnjBlRjb83uGpO7vX1DfFjrvUMWEn/2UU36qq3v0rPffwX66f++H06hW2Ok38+O801J8fR979VP/ltn6OP/tpf013H13SKn/uNDfJBWt2lG5yNH5RGvWYzdn5SH3jHL+sHXvV5evVvrOmKi1aoyNaJZjBzrVPgBmdsZH3rWienb38WiPCvWQg8SgQqrBAoBAqBQqAQKAQKgUKgECgECoFCoBAoBM5/BM6zGw7b+j40qP1I4Lam72HeDfFsHDb6pjQ5Gw1F2xBp/pqT7NdoPloKtxMxksqhjmDvCofCIdszOVloOFvC2QZUbYlQ0Yzuaa2fY3Mr0rxtpMDoeNJMKXpNmD3DBlu8u052n+lIk3n7mMwvKGwVuTjTxTsZhBqlqIOngDwY5TgzFoegUS7qTnOeh4OF3GDQOaX9RU1osHhG4mobJ1iRxG1lX8K6TECXYaxhI1JhnrVBZoN9uhfVipLGPGQckzUc/VBhm2FCVKPhPBfR9nEDGXIeNNZmaY7zo0gQkPXOUaN0Lof5POfLvPioR8rDdlkmuD9owBBLBpmShUMLHtSajC1ChkgaxGsayGZ7jea6b89jz0A5Er7JeYdhI1MjrwkFUkCDKQZlfUQP8MHnGhE6tbamQ0cO+3pY/pKTvKu7L9JjH3+1rn3Ck3TDDTfo+uud86QeOHCfDt5/vw4cOADdrwcOH9ADx05qh1Z0zfU36Ibrn6Rrr368Lr94j3bwSBMOexDau3evvu7j9iiGlXzEWZkNWrn6k/Tdb7pVN16+i9tqy1jB/9oXPFPh+nj0WV2dKeKxev4rflT37H0cFVygvXt/Ty/7ko/Rpfis4LOyMtOOXY/XF/3cXu29TKeNFT1273792Df+n7puZ2i2skodK5oNoSd+zo9rLzmVI7R6yY264Qm/pa/4xGu141lfpG95zf9PP/7vflQ/+sM/ph//N6/RV//NC3ThNc/WP/qBv9CTDny3PuPpV2rHMJO/nTNb2a3rnvMC/caTrtYFt/2ufvanf1I/8sM/qn/3b35QL/3Cp+mqj/pcfc+brtSNV+xU5HnLy/XU8Z36lKsv1cpsRSurK9S3qqs+5nP0+rfu1bW7ln2LLwQKgUKgECgECoFCoBB4pAiUfyFQCBQChUAhUAgUAoXA9kZg2NblN6qniS0Trd055Ea1RVrQyoa7G+Mok8c9d+Sp3dwbio1HA8jxEIFMy3NSk41u+Ry9aYO9JZHMO7ksz8dHAfOd+gn26meYw0I9vQbLJnSc0kzkEnmsJXVuztJGwbuvbJ1ryTzYup4VIxMNHjBMcqBH01f0tFC7Pk0snmgokp4wQlP/v9fti8jESnUjQy64nFkuCxOtvVI9LshMN/itCPLLjghZt23wlOM14222G4gjp5oicIS13pSGZFCOs+dzlKiTZ4weMqXOkNE1N5u7d4qbiw14zynErL8dgph2y8mQtfNeTS6GM7vxjNXW5iRmvJ/msVyHXUx2yRgzUGLHsmkTVYQiIJrxEewS8qDB/ERDaJjNdOrUKR0/fkL+lkBE6EM5IkIDjyyz2Q16wrX/Rd/9tV+pF3zFCxb0pV/2En3Xv/8l3XH9E7RrNtanhz/8CHIGXXy2h4Ce048gZ/jzULHSzax+BOGxY+9pdMbjB645V/TY031TflxaN5fQsOMx2ruXh5BDv69/9x0v1Qtf8tX66q95kV749d+h//qeq7Bx5vUXaWU3e+bYul+4coGuvuO39AMv/8f66pe8SC/5+m/Wv/+DuW6w78UrevBPzo8gW3MZgw/D44dqFAKFQCFQCBQChUAhUAgUAoVAIVAIFAKFwHmPQF2wEDivENjWDyDZ+Kap3Hg0mLuTDJk3uYnNW0M28803N7WTlH14WBgmTHMOWueTjx0m3nuPty/EQUxZt6CM5UmCOpxr7p28Pp/UTkcgzXIUjeAkfEScjT4Dd1ii7YOAN6HIMN0OTyxO6DUSuuT6zyRhoyHsBmHn8YYVfSbK3edjXNwBCyJeJPDjR2aDb9SY5DOchw5sSz0RfY45fPeMyoVM5NNpDVsCaJY3E6zzjNfJmoJ7K8/DiI+D7dPQ4WBROVxDMiyuhW15Em1UHYLazmic23cwOcZqEx6jo3yAj7XLQidz3IYUtpvMosHNHA5w1id5cZIYFMEBTI6z0xYKhROnLgIeimBPjZcpt/llao7UgCoiFDw8REidOmN8I0L+9seMxw9/K+DYseM6fOSIPrxj0I5dh3Xz2/5cf/bmP9Pb3vI26M/01j9+h247cETz2aD48BZwjmQPDTsv0uP9aLFEj7lgVQ9r+BFkKe5xF+7Q8LACy6kQKAQKgUKgECgEPjwIVNZCoBAoBAqBQqAQKAQKgUKgENjOCGzr3hrvHTS7W5LoNOe3DdrYW0bW2DwXfKNRPZE95ug6zTXPTrz6rxQiKSnUBxyTUEKIJmZTj8HTREz6sDiXHxjmbrpz/hxqbYMSOCcrHZ3JZb+Wukak4Do12yCnmGOxtaVV5GlJLJ5KNb6OSQFexIQLdW0QolXQFJtsLo5r1DgHgw0O7OEOSnOe4Vym1o0YmPAN/3TgrEYhtm8hDrY8J793ohJj3Mfpc5q9kkYlbujJv5nbDzro8MKYjXTn6+cbTyl4DGgU6WxidG/WPjMSdU7/0OOaOszomoYIaoOcvSvRTxMFc5ICJvCLCDjPZkkLsasU/hMWIN8HhwgUzLwHewzRz9Zpw7Ykljbaxj0CnYn8gpIlD4nkfIqAHbQyzMzq2PFjOnL0KHCOCfQox0OGDTyC7NLuCy7QBQvapdXZoHjI2HIoBAqBQqAQKAQKgUKgECgECoFCoBAoBAqBcwKBKqIQKAQKgfMIgWE738XN7jmNZSb9ZEtyG55GL7eaQ1O/191XeDfNp663H0scgRpHEdOlDEPJRGmTuU2yV9daB8fhTBjcrZqIStBwXOscTjaJVrDL4UBPbYyPA23apYW/aySBTOFg57Afii6yWjc+RMBiIQGMYzfPaZwFpZUYauiPB6LpT/oN8QgkdZ394DUS7qSTyZrFvsiV2rQ3jKb8TLAjsvZE5ueuE5H+vEyORJQfLnLPs3x+MlJeYBCSMifxHQeNA4sTQ3lfdjnIcSadPjaVE0eGdHJ8r6cpIpJYsMVI6OH8FyYiugkZjtXTdbM3Z2GB9QyWiFzlNYFa6JS6jMQYwSIpwjuUu/OpD1RNPAZBwoboDVvIf1zbgH42DJrNZgr2tbVT8jdATp48iV/NQqAQKAQKgUKgEHikCJR/IVAIFAKFQCFQCBQChUAhUAgUAoXA9kXAPdPtW32jdBMtcn9TYmPOShPczeyGztOvCbwZyIS5N9IxzN1JxxdW3jDIDXrHJaFkyo33TuNZnOcm/0RoaT57xeBkSciI9nFy735YCdRuZ1v2GeZF9z+SxGNEBsl6OCVRhP3nFO+YhY7HABxFqDeHsPcTNojZwDHrth88RhmLJOxCl5vtGP2D4OZ5ZsDgM1Er/x0MlE1Nc3wJs1qLeHytCPuw+J5ScBcthnO5lkXswgJDfNiQuxn1WGSfQSpk9HlRN/852h+mGDT4FVSOOfOj93NJYOoTztNEIjbUQT42Ynwu0QhKWPjpSV4cnD9Dvq/rQBbx8iDAcWaTLEcka705x6ZiaYnotU+qCDypfcK0jfeLCDHlzyKPdZ2bQYrB9k4KieM1i0ERkV4BPxtmWlnpDyCHDh/SkQ/7r7/Ko2spBAqBQqAQKAQKgUKgECgECoFCoBA4PxCoWxQChUAhUAgUAucNAsN2vklQvPu+9IizV+zGtZlsKqN0U5wetuiL4ynZ351uy40XAj8oOMaNazfpCVHuDc7Tjk7grj4yRtL3KDHMpb+12B2mfoo18rDdZ9jXjlm5lwAAEABJREFU9Vju9aEhZvNsZEc5ic9kt2/PQQZ8UVlEYE4Ceuc12X/K3WVls9/6xl3GE3yK/ABkWTlIgna6n2PNc0pOZT3piDxGJZiOQ+8Naq4J6g8AdrBvp57P4cj4TL6EYfJqf3IxbWvGMT/c5iC0fSNUNiExsYnhUBsQHUvCtJlHxc288rwBBrZRATrimGMYnCeJ+kRwDNs4sxTzy2p8LZrShJy14cwc2cidgpiTp707Rdhu6nJf+1/LCPShjGeTRyAN6CdePHgo0JpmoWHoNFtZEQfq8KFDOnbsKHzNQqAQKAQKgUeHQEUVAoVAIVAIFAKFQCFQCBQChUAhUAgUAoXAdkWgd1ofTvXnqk/r/2d9b3bTYGZmqXS2zbrZnTJL96QtTEOfCYMSp81YXjqIc3c8dWnDzToCvNmWZNmE0r86qlP39ZmotcEjCyeglEJsKKcHCljScIBXBJ9HOvrz6DrjgE6OTSIL5v7AgAk/xxFOXJc7g9PY7Cc90xVht9pELpQozHhrvHFAKJ3LWtxsQMNmYTKg8Zn2yUslY5+mxABf5qhlGwUqT3fHLmg0gzrnkwMP21AzHcHmc01mTc7HZ04Z6r5WYJimfaG0TRgYJ8gnEORQvMe48RgU4g1Bk9itTZOu61lbenpZENrk+x7iDUIfbHQ/PKgzIhSw/WezwSNZ3znJdlQRoVD/69q0OSJCGBQcOgwzDcOQv/5qkHTyxAkdP35C6+sbSDULgUKgECgECoFCoBAoBAqBQqAQeJgIlFshUAgUAoVAIVAIFALnCQLuk27bq9Byp59NO7hP+N4MRsyGuua01sfGt5vzFhtNcdvpMad/7hMCNtg/lWRHZtIwbyJT9s9FtzlzjT4YyYMd2d+cmJM/HznI09AxlYFOYLLChFaZCyu+ro1ECI3NZHZp1yjjO4X3/K4QowsZCRRwZuLYqDz9RhvJbVB/RJljnXcVKbofRRJn5Zw9dewcaxXk88hKwf4Wzdw7d7YfiZ2FDR90jkeBnBMWPcXZ16TobX+S4tDYmubE2Za/eivPbVk5BctkCTX+6uTCINKSLtf0Tx9c8p6oOZn8MAr+YOiK5AOxJ+urTalisS3wolTWhQLeWmnAEKin3TcKrMs5MPeJr0xdgo3kckUfkZyU21IG66FIQ0jsEcHZ/PVFjAhFDBrGB5CVlVUJ3f0HD2ptbQ02VKMQKAQePQIVWQgUAoVAIVAIFAKFQCFQCBQChUAhUAgUAuc/AnXD8xMBOqjb+GJ0ud0s94MEnfzsXqdM75i2fqqstJ22Po1xt8993ya3hBvN+97AR9/wNNkrm/CWnQUbIV4tpT8+nvTd2QjCDkODfU4D33HomG6KZz0c7t1u9vNueU79mLoKvpGQqTnF2Y6KfJxMPYIaxAkymecI2afz+JGpy7ZQB7Lz+Tz/qi1Ez4zx2elLAd5tmHb7Nws9DaIZEyzI2WTOGvPAaFH03NkpnjVt7D6HLSdH5R6BD7NxHz9QwCr8k5hFum6IxC1lZ0L2IZAfGJBc7layv13D2TiG2GYdrNUa1YjMWIjOF6lx1k4JEHmiFyXY9MidxV9A4fWBGXLZg4I/ytHgpnu21HgJFhMbNbHmjOi6TT/UqFLNLnJ5i3H3A5BtE2nAgjD4Wx/QAD8bBs1WZtrgg68HENUoBAqBQqAQKAQKgUKgEHh0CFRUIVAIFAKFQCFQCBQChUAhcF4gMGznW8xpgc9pok93cGPajwh+ChDN4KbQRpLU5htqDeL5oGUAXjSjs0nuHR0aVnxZm/Naz95ybzxGcCKNZczjbOSEJSHHwRCbvuyWzOPvZjQsShypx/wcfaOhj9KeSbaawcRZzj1pwuruOqoaeeYkaq4Pq2WuRj3UCC7WIxDTkpp9rYdwz9WN+sSM9LbLueyXRJgdbWO33QSbExccGlVI093FGPCXeFZoSjsLTJ+8SeS53Ix9XDNRt6NMd9eUj0CpENlQj35+MEFi5gHdyJkRLJK8BUUMMBHoRjcsaRMgNQBuwoZ9zt6ElvzNnweERbIMgwvWaaKwM7bUTEbUlmPMZZdAYWJbzIhQRCc/WkyGCHSTwB6BnCT8JYVyBI8bi3uNdstDDIohNMwGra6uUnrTsaNHdeLECR5C5qrxl0Wg4guBQqAQKAQKgUKgECgECoFCoBAoBAqBQuD8R6BuWAgUAucjAsO2vpQ75eFme2+mu19uTjS56QIvXc0taUS2Rowb+Y1mP5qcrREF9XhlKK5pc8PddtuygY9fywZ6j2HF1PLBgkhiHAmRP+PQuH/txwq3ov08YULNOQ0ao/DvQpPPtN3kHAvKk1qeZZ3z2ifJdWHvOcacGILuOaauhmH2ePtiz2llytFF1pZyI9FI6PpExubz7dMJNxsxWT9KnCxozMkZjTs2HhgafC+oexqPBqaklYcjjPUk2z/CWqzsln3uqEHZ83ht5M/caCPwYMJSB2vKKJhdIbAminoiQhGBgp+ncR/Qa2n4XIv+S4OX2SXqGt4hMk9E5M4iBRMDG0yumsZgPwvsDTLrewdBgdDYG7uwWWaTYCJCESE/fgyD99AsBq3u2KmTJ9d09733amNjnj6qUQgUAoVAIVAIFAKFwCNFoPwLgUKgECgECoFCoBAoBAqBQqAQOA8QcC93214jG9I0qd0MT57OcRON6EZTe3ErhNRbx3UR7W/JOyJWJBhSZe8ctuvIYZ6NifcowMnf4MiePUFzrPnAYTvkWrKpn1nIjR217OMdcTEbjwKCSIO3M9vkvfGM07quGzOR4zs1mvfNzmrYk5BS42UkZ0DN2UpSz0gMWuJYreqE4LBuRGBSGuvmdIhpSYM7p6B0DdZ7N/FRIGIDqEaiNvp4pwxxQe6gRTwc/kyKWDyAwKNR5go5RFsGOTOXl+T7eRY3/Qi0YLv3FJv4aeB8DmBaNdHkMrnn2SiDBwbJXuqDuM70lfeItNrDlEI3LdbUj1LEsqTubt2odvrO8jMtD0sDDx2RNOAbAzrPYZC/AeIkR48d03333Ze4qkYhUAgUAoVAIVAIFAKFQCFQCBQChUAhUAg8LATKqRAoBAqBQuD8Q8A94G18q0afu9HYXyKawW5cu8luykcHFHNuaXJTmc6wZ8a2XDF6x2805ObYeSNhN3tNch4/cKTTGOOzzPYYsnJQo0FtP9vS19F2yp0F3rYkzp87ZlkH3+OcDyIEN1nnGJ9lF+u8p0wH3PzCB6Pl8RZWEy+81IeN5qjVObuDun2qR310O8149F3T1/6tC6NCavLZr2158MCGPr2JjcxOHmoLlLOUiYWPiJQa/kw8UHoSlwLKCHygVKNvW85CgaHh1+uy0Cl16JHyDJ/YQhpTCTZJ05gMyBGDLNpHYnWgPOCR09YX0lKD1TZPxLkRXRkRioi04CkEWRqk3IN1/LTh0AU0PnSkQlJEKL/94bp4/IjZTCurqzp54qSOHj6s9fV1PsrMrhqFQCFQCBQChcCjQKBCCoFCoBAoBAqBQqAQKAQKgUKgECgECoFtj4B7rtv7EvR4IyIbwvkAQKPZF/KvkWpTYxxFQ2/KJrrcfN+k1JEHtwXrBjQhUsOQs2mef3p/O30DnlwOCvae0RbrCRr7/nBdiaNrMInaEO2Ym4gXB6aNOH8DIjQOEmDC3JIyYNQ5AWw6hnNgnCeJhyHhnybJCdXHlMuSY8mKX65E+hbEYewaeJr9jrGlgQEarNN0Bng2124KRD6SzOlvymBSsyL1tsKoyaoG69xsOR2/+BwxTN422pewzJsy9qxl2QlDU1DlgOtkaKllydl4afI5Jiua/cnVEFynowLd4ALR5cROQqGGYiSpy00RoZAWpHEsdNitighFhNmkTS5FbOzYQyGxyxuLaxmG4NGjEydK2CNCs5hpdZhpZWVFhw4f0sFDhzQM2/+vtmoUAoVAIVAIFAKFQCFQCBQChUAh8BFFoA4rBAqBQqAQKAQKgfMNgfOjS9pog9OgZlt8PuZbdqzhmGphJ5rncx4GGg1yy4P8DuGGexLRLRW8QJCPAGUofBtpnv/GhES0PLo+ObubEa5Jc+caBfvNlxrvnJC5M8BL+sH4QJraDZpzyhzVHM+2lMt5G/5tKsJ2/Ng8O2HPgth9W6e1i4nU+KDNu3ACPlkwe0vLmBhZINUCn9Q7y0SjDtE/RBG5Zpp+z1DMw8clmcO1Z+EuWT/5fRcTBi290WSMl8nPdWVyK6Hm2tkjQv4jVsGL4RjnUwI0nspZzh8aFEMofSPkP4OU+7TK+hCjKcY/bMgiJbqQcBHbSEFpWaE84rTHh4gQc0H2kUJbxugQ6P14J+8haVkP79K7DhOF+y6z2Uyz2aD5xoaOHj2q48eP4+Jg1SgECoFC4NEjUJGFQCFQCBQChUAhUAgUAoVAIVAIFAKFQCFw/iNwnt9w2M73oxWtxgUaTXpa06INneQGeDbVsckaN7/xdEu4sSPizrMCjXgloSVRxtG030gf6zrNCTCxOZvEeeZxU8aQg7cNa5XNfxvwIiUcOcYVVXLeTc7h+EZw8igd47NMJFe3jTkw4qqWjX2xm7A1iAeBOXXYPw3kEg1zJqLtEPF5Hv6hwGPSOQ8i1eHcBXyssVeQ12Sb1Sbb7B6uJcnJ+6OI+KkKnMiebiR0KBvZcLOy1wGHijWn03SGSMebrMhLmCGFN/TeIvyJ4+tCrBgJtSLm0HjYqPfmujbd++HplWyTt8Frw9tkBWxugYLkrrPLPn+sCZ+ctlNfkMPElmrBRITELkYjlyUhhym0OeyHfVJEYOxTgo8IzSA/fgSPLTMeQAbkBx54QEeOHOVncK4ahUAhUAgUAoVAIVAIFAKFQCHwyBGoiEKgECgECoFCoBAoBAqB8wuBYXtfh4b02M2m59w70ajcXM97wWfnnd1t8u5gCwq2RmO/6xHI00iS8rSj6zHdv3uhwc5K6vTm4QMLOiY8vjlb8s6JIw6bE3OqGvndqvZuskfaiEwHXjvcB++63my3j6mJjjgH4pKu1rmmTuOKnSPSlPlTbhihTQPxtlpnV+9zOa8lE28J+PQw38ePLJkKY/cmPhWWRiXbmbPb+0r9yw6+6JJsq8mq7m9O3NpniWJMWDxNiC4yIvBRUl/UB3rLfniwX6ctphRINSEjh6RyaenZUYTE1PJI2TgsKWOLV3SLN/x8Vn7tBTnwy/PCV2OxjHdEKAJSSOymiNBsGHgEmWnwPhvkh7eDBx/QsWPHcMFXNQqBvzQClaAQKAQKgUKgECgECoFCoBAoBAqBQqAQKATOfwTqhoXAeY3AsJ1vRw9ZvGHITfl+Dx4JUGZj2f+bflfS0HbTvGmObVQtxaChX9zsZTuEmH1pLMzMxt5nI29DNZ/zdJFNe3vbhpIcBpQqen47QrZI9oOIx43ZqActRlxS9k4gc1SinfcL4ujGeKfwuems0wZxxPTi5+ShxineJttcN7GJmXXw8oMLOS0KH9tMc2wO92MILBasMLYtP4Kk3/qBnj0AABAASURBVFiJv2GBC1LPBjNOyxOhoolPNmaTWcdkXjOY/Y0Gf7sBxLhHQyOZNxGkTuNGjGOFB9eQhyMmneVOPTpjiVHeW4oI5XnsYjRuuiWWMOfDJFior4JznCnCOm0ZZ1EpItT/NMFCAxRiYbLLhK2h4mclkNOPhw40ikAzQDMI3erKKrUPOn7ihI4cOaJT6+uqUQgUAoVAIVAIFAKFQCHwaBGouEKgECgECoFCoBAoBAqBQqAQOJ8QGLb1Zdzfp5Htnn426Wlc531oHruBPVEEzeKwhdY2HX1W0VW3IqlZRx7CUs6FGFSwfs6wO1EoWvCwkLnQ+VA30cdzrW40rZsTsTQTGdKMr2VK5uGDHJyZDxnY7T63nVzmUeWcOyFckFOmsLVpjqERL/wxj7PllVob1LCnPxafpwzDjj9mzcljCTMTI+dYzkcNB8wbbyho2P24gVNOwhT88UxFT6ygId9QcF0RogbjOO8InktkT5Gi72KkH7vnxPcyqAGlH1XYlDqfGUjhzwWGPSKUP8g+V8qz7Gaa8qGWqFM8GiwoMmoREDglURopkRp1sjEHFBGhiCBNSII8kTUOjh85DCNHcrjQ4HO1OUIzMuDXp/pAgPGaaYdQZImDIpTnBrrZMMDPtDLMtLqy4mvqwIEDOrm2piD+QzYrUSFQCBQChUAhUAgUAoVAIVAIFAKFQCFQCJz/CNQNC4FCoBA4jxEYtvXd3JF3+ze7vk3ukG82oZEt0DV3Y99ujUeEZjU6uVUM70a9m/ZiOA0qu9JEN6dx7zwuOaeGvLXZYCepd5Moorft5RMgZ+1atXk+LCj9xWjpna8Gc8QsxFlFDez4od3kN/xwgp6orp9W5zEPOcZEFJIWHzA6pzeNJrL0OMoSglLv9A6EeuUwS7Obu8X3nTuY3A4GXu47OXcf60327Rb0+G/KXWufiTt9jyAGZV9hlk6xpJSxMpfzWPQziVyYfTjX2CdJ1vB5KIfhz7txFlMRkWQjnLekYE3yAn/mPURcJ1ZJIVJpeaCRQlIazMBqaViFzY8dETx28OihUR6QA/KDyjCbKXgMWVs/pcNHjmhjY0MRDl7KVWwhUAgUAoVAIVAIPCIEyrkQKAQKgUKgECgECoFCoBAoBAqBQuD8QWDRH9+WV3LHmub29A7iZrS/STGn0Z08du9ueHvPhwtsk9yEAxfvKwzTuo35nDcJWuKjL4JDoLZomOM6Rgtd05yY5scAa5vow7fUN9g5OjyId04IHQ7yY0SzbbyAj8OJiRahmfDliprHXBmJbvMeZEGeziYKxVzNtZB8EU8Ox+KKDS/bTCiYxODAdK0muuhSiMqUgwj2xvkt7zSdn/lJ3MZcDmh4OqFrlpN3RdciZww62G7ewjeOXmrg28mRY1PfsT7DZFPKFvDJ80Y/ilQnjaOxQwSFsfGOJt05DoslcbhyYIjAkII21RJpu7c8+NwWbjADDxWD/FfKsSYR23cxQv6TzLRoIE4m7kE69eiQPJO8IOITEbJ/8ABiWt2xqlOnTung/Qd18uRJ+edANQqBQqAQKAQKgUKgECgECoFCoBAoBAqBR4ZAeRcChUAhUAgUAuctAu63btvLNZrGSTS03Qw37+a7O+vZpqZ3TMcYr7CK3Ve1Ei/HIKYfFu+ZI5v5tkuwPQ5f8bhhu5vMfmAxxejgWIkzTCnkogwb49Q79LLFZP8udIlQyQpyuhFuFkWfdiE+gtqTR517o8aW56Q/ujzTZpisl921osIPBzMms5zlM8kw2qyEPE0kzVhyIDoKTY/wSjVySTKDw3Red0QB49V6+y+IfJgWs9u7aH5BXUUYFZ4WY5OP9Y4VHx5+0icop5NtcoEhMYWTgJEfiUjZtQkuIjR47wotD0yI+MMEDw9iR5HTMX6QSIHYMMOHN/1qs4hIdzZbpJA0Ct4irEAlKfyHWKGLCE3f9BAjIpA7BTUMs5lWVlY0Yz92/Jjuvfce+ecyIlSjECgECoFC4C+LQMUXAoVAIVAIFAKFQCFQCBQChUAhUAgUAoXA+YLA8KAX2QYG9++zWb6olS70xNPptjSR1W4Pm8yb3C/PeH+LYYM2OgrbTRoDbTePiUcCR7mNDk0KdqZd0m6+e9mnk+VMx2K7ybo8x8xEkwIH98Kd1N+2COoboHTjEyMNiZlm8LWfbLc85bAzsh8wuBnO0haT46zBh2kOn5bfcLB/UvqYS5M8GstEsD3ODDTpM4yiLBOZE3NO21IP0/v1KaXNi/E2mZ8AXcgoO0/MeBk4tEwYq3pO5GmiiLDFCnb4iL4TopZAI9tsSqUZKaI/aglzRChiImxi8DMmoYN8yc1Q62yBFjGh5WEpwqujsJh1HnQRoQhIofxVV5JmyEMMPIQMmg2DVnfs0Km1Uzpy5KiOHj2WDyCqUQgUAoVAIVAIFAKFQCFQCBQChcCjQaBiCoFCoBAoBAqBQqAQOE8RoJ2+vW+WfX96yEw1GsZ+MGhcif66/CjQxl955McSPwaY0oZPb7CbEbE0+u1EsP+vfpMtiNhC3dQ0j1FLEjfj2QhuajiYNtjnkHl7TmTfObWYgt0Jndt262xP4jRxDzLKehMHqA+0HJh3sB8Jwk14avJmH+fwNxBQWZTGWlqb5+NG4kOORkO94WSadIjOqmY7ZH3m5xyUzGTYnZZaOMEatpyEKBMgNRL3PAgkTr9ckMc52SNwGHVmI7oc0Xf7jWZFRCcUriDYTWw5l33N+wfcdvsKJng8SEeWtFFnXojCSa0Y7MQ1gh2fCO+BFWExHYkPMvDKKUTyxv0iQhGdxOi67o+4OaOzETBQE2ews0m4B+RSA0UgRISGGY8fK7P89sfuXbt034ED2r9/vyJCNQqBQuBDh0BlKgQKgUKgECgECoFCoBAoBAqBQqAQKAQKgfMfgbrh/x4I0GbdzhfNtjEXaL0bzTZHErsVboBn4zsVnevmxrtAy763W8eRdlscBdG1duycRwO88CWrHcVCbsw4OQqaZOfAPPWiUaMZ1x7QD8Bn1HI+2ccOus9LwgutOJF4jsF5DpeErx9WNu1w5HYcyagTZ8ezMQkWFXOgkiVL3xFh0gM7OVBYMsGiE48lYnC/jMIdqXvCoONYzV0PQclbjd4RrsU1YUptLluE1OQSQQQJmCkrT990dh5c5GFtJ6/WUBeB9rEUEYogH4J1ESEUSREBC42hMe4KyRQBA7Fa5P6nOViLMSLEhKY9w0c55GGc8lEE0b7WmSIi/QbvClQ+w7sUEUm2+ZseihnKQTFEfvsjeA0ZIP/aK+8njh/X0SNHdHJtLeNUoxAoBAqBQqAQKAQKgUKgEHj0CFRkIVAIFAKFQCFQCBQChUAhcF4iMGznW4WLd6fZfWSa7ymypMhOe7zPsUnO5t78qPNGqxolM72dz7GW/eBgpXnreiAaC7xOeFsmOdg1oHTzPcnuyFaLxwKfiAqxn6v8tVvWQKNff+BAztmb+XOK2PCTyOiTpp5lXDczm7ObYzilu04rNdpGUNeQl5mi9b6zdxtxXdJbg8VzClhYOQW98XHM6EkZqUyvvthyJhE9KuEcgpRHsBhDxNPCuxPeNm2hyd+1nGbo9fTQNE3sVLOV5pdJfKgRoYjQjL8pIUYu7MsTu9CPm3iz6NbUsXRpcx0dI7otYtqliBip84NlHj787Y+BfdX/9gf7fffdpyNHj6r520Sq8aFFoLIVAoVAIVAIFAKFQCFQCBQChUAhUAgUAoXA+Y9A3bAQKAT+d0CAtu72vSY9chrbTJje/KatzfSNpgZ5INhmufGI0NxOt5LdzeN8KCCGFMq3lDbnrWKulInNieAcGNCTYZStQyKuKVPinHKDQZN2P5ZAfv8gTPmtCZtlTwxWwuOuJHEfnBsEh8R0PsgRSKnO3NZxsL/NYHIa27utac5dmpX49Lth5bw5xEWYDZ+Wu91wH2UfQfJUsuPvcthsIMnmzFz4cUQqyaa8B4171PinJlVkyl0M885nQhynfZscmvlaV08+1oWCnOhHG5wiIsm87+49CX3jgSB1S/5SaHlslcQDRihiIsGLMcpwfY6y/VDkQwU7Iv5BjU1h0K2Dlmf6CB8owrvgTKGIToPYIX8bZBiCmgatzFbkb4Cc2ljX/gP36eTJk4oI1SgECoFCoBAoBAqBQuAvjUAlKAQKgUKgECgECoFCoBAoBAqBQuA8RGDYzndqFO9/k8N9ZvMmVExzvZnOE4PoEisHajfDe9Pemql5jAFxarTDZgN72m018SyCPrX09q0xiUY3ah8EOT9SPio4X6+i+1kWwz4Tj2h38uW22DeZ9BiNPduokasPUnctK0nzoWJyYJ/zqtFGpeunRPkf/iYMK9MMRDSCZ/RnInQyoXK9XIjzrIA4B/VodhWWTNhyG3ciLDrWGnt6z8CRsW65h2/ZMXlmOmrKoml02yT1PWKKlCJC/raEQctjkGMYf9RTIcnu6OVh3rspQrIeCh4eIgJxk6TQNCI6P26oLXNOG+SHCxRMdDhEjDs5UWYWq8QSEfgHLCTzxOPnO7iGYTbTbJhpdccOHqjmOvTAAzpx4iSwTpdRjUKgECgECoFCoBAoBAqBQqAQKAQKgUKgEHiECJR7IVAIFAKFwPmPwLC9rxj5+BB+BaBZ7sa4G/neEZkBcUP3iU0TSwOfqenhBHVOu3TKLOia6E2zb860ZLB1QY8dDfIcghMaDEGjWv0hQQ0ZC3Yb25iwayOb2FgFA+Hqad/c+9Lv4wjLuNnexljUjjfN+wEKHjymOjBTASsxI0wkcazzSC4HCUFKAT8CkMnYk3SRtfkxRZhGfch/UGBDa2akft5WHRK5m8n+FNOjOQf3INKEOaFQFhZsgWUzNoVxiYiz2iMCD5KSLCLSJ4IdLZkEdEIpPGQ+YlAE9pEQ5BEsof4HFs6rKTTwQKEtg3soMyodySWTxhHikUMKebDahjucZH6gBih5ZD+gDJwxzLp+trKiHaurWt/Y0L3792ttbU01CoFCoBAoBAqBDyEClaoQKAQKgUKgECgECoFCoBAoBAqBQqAQOO8QGLb3jWg60+SWu9iijU9DORvs6GDpdc/V5nMeI0zjTdOAySI8fXjhDiHAtIYBVpBz5cMGPNo+4ZnJ205IxnJ6Jk2ZYD/KOHc2uKktAg+MAWFOX+8psjDJOe9EUH5LgwRd7xN9V8LM4oXkcDgJNwxiWEsOx49+4bMhihz98eEhowfYqWHFKwjf9Eiu8ZDiO1I5Ps0OpJlDyaJTkp1dpynTdC1qSxB3lwfsdK7zZsZcRi0JrLerKSIDFBELWtabn8hxEd3PPKkwBSRind/39h4KKck//PnQgCJSg51AppRysJm8GQV26bTHDy7A5LLi+CRc2KOTBezBHvIfsXKO+gi2XkcoIsg9yDKCTGj7tz94/Dh+4rj28/hx/PgJ1SgECoFCoBAoBAqBQqAQKAQKgUKgEPjLIlDxhUAhUAgUAoVAIXC+I5C91u16yWx0R293Ea9cAAAQAElEQVQmZ9Pay0hpM09nmtZ3X3kowb0HjJde9psM9KvxFw8npt74zq5/5uuB9jHn3N5N5q1PN5jNsxCmRwfviHmAFztZ7gm8JjlHkn1SoyWuKxw2H7VO07Wbq+Mnqal7NCuWDJbzscU6BN8hXTIvCgtJjg+yBIWgz2lvmC2+thPgfOhtRWJ2rqMJz0xMafpj7DmT6UsEeTpLFswjv7z5s5vkiFBETOK4T3JTcrkIPqDNvXPKEQO2pEER8CExtRjDkPUs5JFxnB9TtOQ9xZEG7UJSRCjEIBerImIksUsD5w8DDyHDTLPZTKurK6k/fOQoDyAHtLGxoRqFQCFQCHzIEaiEhUAhUAgUAoVAIVAIFAKFQCFQCBQChUAhcP4j8L/ZDYdtf18a7fPGLdhj6y+domuOAT3WcSKP7ets3WPzA4J5O0REj7EAISGrf8Mi4+zpHBpHk30a0hwinTQnIwX5myNwPWqU3bC3j/2dKe1WEOvHgEa2OY80VnXfZgsU5OEkDKlHUlKeSmjT3K5n2Bs2PNGzwtuJdJzjacmmrJWHmUbtmdZKjrNnv7yFidBizzpIAEsIN6EAx1vPQczRiLXriMvJjxx3FAVQnVwXC16diwgs1nQiS9osmfcufEzOO1FEyLokikLiIaGrWOUREZhNliBKYc3pkiIGxUi8QWhEPe1caLFH58Y1FDhHOPb/z957AFhalefjz/N+996ZbXRYEUVg14LGwj/GqFFExRpR1J/RxBhiL1goihqVqLFEjYIFe409sURiiaIoWECNiF0jHba32TY7Ozsz3/95zvfdmdlll6IIO7PvmfOct57yPXdmY87LvVc6W7RRyC6wPU0nlTfdJ9sFFMP5VAHExY+oKvS6PYxsGcGGDRswMrJFR5lkAtmSgWQgGUgGkoFkIBlIBpKBZCAZSAaSgWTg5mYg90sGkoFkIBmYKQzETDnozs5Z69J9Qpf2rMd1ez7RFAH6iboEt+prZn/sFH3Brzxf9tculOgO2dI5NXTVXWuJdk5dcu2AI1AEDnluUSav5EvIYSkUakU8z1Juqzpj7cmGMrSgR+U5PiEplP1aaU8/V5lWvW+zhhzq9tn288NzNUerKaLuPQ2pTddZNMH5JU1OUmdVjucaXkfLoOSIG6VoOeXosI2vJGu6zqhR7iZut+0iyyzUej08x5lwVUF7K7kErZZU7a+uZbyHQgqwWBoVcI5fV6+jqGow8pQcWw0oQXoEXCxA2+whCfUW/hWnog1ISyhGrYvJ5ndckJRNUCOk99e1XeIqSpBECCSVIl3Lk9b1lJJ1H1CTTlJK061Rz2HLeSRRRTTrAWU9DaB9QVRVoNvpFhrXDq3D0Lp1CnsVZEsGkoFkIBlIBnYfBvIkyUAykAwkA8lAMpAMJAPJQDKQDCQDycBuyoCub3fTk92gYzUX406VphtoaX1F0nfNuv6Xs+mqRcA+KBa66C/fnWFD+oShy3uoEqCwvLU9kn6XxYRkLWgLLeBL/pJnvVlaYw3PA3RBTQEoF+yNBkxza51mLdZRckrQCV7A26Hf5NB5vFeBTlRmal+pSgpBZ4K9yi2WBsXtkdb09jzwJK1XG35WEVJP6IQ1vTugi3dI03QUYKrZ9pSyi9fz1nRcnmLL0KU9CnSp77WUoyhq7+MFlK4s7dAqEnX/edtAXfI8S0H14vb60ku3o+RAxw3Q+5QAtI9epxJTQYv004oZ+R2XrY4GBOUzwtLO/jplfl3iCjXdcWkh6TlS2648+aDs2hzWsoUQSIIk+o1kY3sf6wp4b4niJxUPlmeqooLR7XZhrFPhY8OGjdi2bQzZkoFkIBlIBpKBZCAZSAaSgWQgGUgGbnkG8gTJQDKQDCQDyUAyMDMYiJlxzF2ckgB1aVyjueS2hC6fC+xT3PfrLgbofhq6aYal8yZ0Ke8b8qYIAvjtI84bl9rvmg4oWb0s6aXLeqTcypZDo5fRdGuCJwnqTY5Gr1cjtIbmlTm6qNcsZSvkTPml2WufiwCNR0537eesWtKmD+U861rOptB4aq07IWgzdZ3czzmVpDzPQnte68oRCbXOGa5wtPm1KhMUmgzlOC5wQh6t5/NR+/hcpJ5Nbig+iTJFycotqiS0Xq05tfKK6TlawPHJefYJk48qvVYyqUTpmgrqp6jyWxrNGtYAp4Yc/bNiWvNaRnFRo5MloGcP/S5VVWi+A3bW0iHIVh7b/SzkgfMx2WooUd0RqQCskQTZQBlwIwl/1BWj3Uu29ZBdUFWohG7VKXusXLkKw8PDAJEtGUgGkoHdkYE8UzKQDCQDyUAykAwkA8lAMpAMJAPJQDKQDMx+BmbkE8aMPPV2h9Z1um+kDd2O+5LZ6qSUUtdELen7Y2nSPcdX7pYKlEt/2VK9tHOL1GBXG5aF5g5aTudIlLU0NJPl1Io6xYRcDSbKhb/mKVlh3bMrQ7qS4GZ1Qoa8mqOxXyRwslB7x1rL95Ml9Tho3J6JqVbmylRCueS3XVCjPIPqEe1KSmo6VfywRi1Y6xzWtZ2ERu2vQ0nvd0pRlvy1CgZOl4pGr7WH5zilRq19HfcM6IJfkWZrKbUmGcosXabyHVCKBOBZhu3iKPHpczCtOdPFCZJQn4rQag2LAgVJQnUO9Fut5y+x1kFSRYeABNxISqfVScgFlkXkF9caSw5BgFRvAMoELCYBNcoiCR+EJEiiipApFEl0e12Mi8O1a9dh8+ZNGB+fXppDtmQgGUgGkoFkIBlIBpKBZCAZuEUZyM2TgWQgGUgGkoFkIBlIBmYCAzETDrmrM/o+v5QAamUU6OJ9StXteWPojrvRfSNf8hqzqBp8Aa/M5uOoWsOiwIGCGi6esNW9Uy29gSxVGJyvm3p12TLKhb0SZGlnKR7ll9BaFLSACyQuJuhhaLNJm1zDJ23mt8F2vn2OGY3eaM4qC2udNnXaWs4RFHNeiWtfn2fSlrN/DqnQ/T6m1oeKHNB6ytYak89XEu1wTK9Io2qe8nS5X9aTWrpiTcBK8YDU5b7XKOaUX6vJo913cJWihdZVUClN0HuQHosXPjdkkgTZwJGQbkighvwCZJDS6YwGZCCiAjnNqRCD4ORfDe2BkkD9tB2l0WMZQEqqQyiqpJZByEEVPKoIhAKdKtCR3ulU6HQ6GBkZwdJlS1X80EkVxy3aaoxt3Yw1Sy/HJZdcMomrVm7AyJh/iW7Rw83Azcexec1Vhcdrhrbqd/E6HmFiFBtXX63cy7B6eOy6c69jmT9pKBdPBpKBZCAZSAaSgWQgGUgGkoFkIBlIBpKB2c9APmEyMAMZiBl45skju7BR6+5VtYftLwVr3YvL2VzQ+wK9hnP9sVflnp3NEhMyDOcpq6xR3kmguVBRwu9sqKVTcFDpcteAbe3bVAKateRtzMkYoGvtEvQaE17PCxDK027SNUqXo8lSAOWc/vgmn6mcraxXo5xB+oTg9VQ3gZaEpdH3+Zxw07K15ETrKC+0HJMfCyVdXVPrFmgzNUln01hsn8MoZ5GnX1iorSvJ6+tIsujrfMEfh1XDfNeKe64eUn4Z6qTyQqCM0icUI0jqAJrhh2r3B+QD4JBG0D+aa72si6ZZr5skOdoyVa1so61WaGXF3K1RihmxJEJFh6gCpIHSSILUWk4vnmagBKEfxUiimUfI5Q43UnZrkdKFum8rIWRDe5L6DREYRB9er9vtYdu2bfD3fmzZMiL6JjTrFuwT27B26VoMHnEfPPkFr8Ib3vRv+Le3vhX/9sY34LSnPxJ32XsrLl2+GSpj3YKHnElbj6v4cSCO/ceX41//9S148eOPxKXLdlEEmdiK5XMW4REnvARvestr8dT7H4zRbVkEmUmvdp41GUgGkoFkYPYykE+WDCQDyUAykAwkA8lAMpAMJAO7PwOx+x/xOk7oi/Ia0DV1gTXdxBdB6lIZU80X+CU26dJE6RSgXFvlMh9eTdf7dhiOC77QV6VAl9GKeZLhuCswWtimUevSXaa70pWgXooqteYJztFyqHXR72KGbv2hLYuAmxI0RZqUaQH7drwGL2dyQNmT3dUIQ36vAK8hXb2cCdOa41Sc9uls7dFlTWWHnN7Hz+AFnGsoCaXwoHkktQpA0oMKP2x0NI2NaEbnaHlN0zOL8aI7Q3CsySqjPGD5gUYlEqW1Qro1ghRklW7dcIFBhQX7SFpAiaB+oEYSoZxQjlQ9C5rm57WjsUCyaGW0rmP4uftclGA7KKR8NABRvudDc9RBcgdANpRDIcCqkqzKl55XEdi0cRPWrl2rIteE8ohbrKn4sW7rHDz4Oa/FW974Wrzyla/Ay087FaeecgpOfdnL8YpX/jNe969vwiv/5h7ginVZBLlBL9RmLFt3Zzz2WSfhpS99MU578fPx9AVXY/W2HSfXGF2yBHd90BPw3FNfobzT8Iy/vivWrN049fu645S0k4FkIBlIBpKBZCAZSAaSgWQgGUgGkoE/HQO5cjKQDCQDM46BmHEnnnZgXzjb9GW6UXQN1l3G8LWxIVfpjd4UIjzXtuHbRNv9pAk5bRu++PeFt2bpzrtu3tngDfqY0CwVHPo58FxB3tLrMmqQ0qwFpciA7v/LGlaka469DZrdvBmVrY2V4Ihy226LbA3nWLVTyUXIduGieYG1nveSzzEfucz1fEPOhi8pmu+4tZKjOXK5l11CYy2gANs3TzBar5du1XJ+F6EmXPhR0ch8edF+jo9XK5m6/Cdbr4V1aldj2p4lV/EoBQyWiJ+3rEnA321CUpJwi1avJeUEq0B/rg4nF6eARvc8ajDAMspSZwAyfQaokQQpSAcICDJhtEMRJBERYCVJSRIMI1BFharbQafbxabNm0vxwx+BhVu01RjeuAJ3ftQLcdqpT8Oj7nMXzFl/Cc7/+ldx9tlfwlfO/V8sw21wz4f/LV5w8ol40iOOxMZVW/0S3Hyn1u/StpEtGB7ZBv9+3Xwb/zE7+S9Mr3vV/AYtuN1f4ZmveBLWX7l+e+7GNuOqRcfh8cfeH3e5zaA2DKAmRnf6kWMTGN0yjC1bRlV4Ver19HpsFFs2b8Goj3I9uX+q8MToCIaHt2BbvnXoT0VxrpsMJAN/cgZyg2QgGUgGkoFkIBlIBpKBZCAZSAaSgd2dAd2o7e5HvJ7z6Q5RHX3ohrBMmLIbT9/WfSlqFSx0WzqZZ8WX56GkUgiQtA+w1c6XTx26f0S5rJehsgIkGhtqk4YV2W0vFhvDRRBoEWptoykEaCUtar1Bs6dnKIICLeJY41O8n0/pJcMSzeVnP2a/deVoO02tFS8LwYduziJbeSVuVVn9btPo255jeF7xk5pG0HvI4fMZpteyzKO2kqKwRumySYIkoG70VR8DNgA4pGXRtFqhZgX7Gx9ATlm1dZkWKE0GDMA+kggQLjjARQcApGxBWtFDegOURo/ykSxxUI6+Dq1WdPl0uibU+CC/vX2UmIyg4kGFJZUTVSCqCpXQMTqd8tFX64bWYcPGjaK6eWZNFsb4+AAAEABJREFUvUX6xPgwRlbdFye/6Km45627WPqzr+Hd//IKPPfhf43HPOZ4POofT8Vr3/lJ/PCKLTjwzx6OZzzzsfj/7rAeI9vGsO7qS9D/rpDN004/Nrxu0n/Jyq0lUk8sn/INF9fk4O8d6a9zybpJN+qJrc2cSy8Dj7grjlpc4bJLLy2+4eu71N+6rORNrjvtO02Kb9WW/j8PUxtO0+p65XXPXz8t+TpUv7oGuvvhDg9/Fl5xzCpcOtKfUGPLyk145P3uj2PufRfMo/3ONqy32La5Pctl2PsuR+Fuf7YfLmufZ2jrjkTU2DrUvC6Xrt0Hd/3Lu2Kvyxr78umktTnmYmO7TSPGsaRd27HNXn5zM9/2znDlpm3662hmN+MENl/ZzLls/mLc8553Rufyxr7k+r4LpVkgx2QgGUgGkoFkIBlIBpKBZCAZuCUZyL2TgWQgGUgGkoEZxkDMsPPu5Lg1yt2gIrVQuhT1cvHmOzrrunqHL9R9lV5yNNhvSFVvIi6QlInyuDveR99uZJsvw3tITE7zefoFAMv+/B1lf07x+3B29CGnXS4meH2jhOwsip+oD59FE3bwe07xanCBpw2Xczpmu5xVipdVWonZZxSfnYq7WzXKrk4ozEspzlqXxl61Lt6JslJdUu3QfT8sdf8P66TmNV12o9gFNc0qr9VU+UlOd6UBZUD0k9E0Uv5g8ZPSBa8DNZJQLwhIl68cjFYIUoUIEFBSLTE5D4BMkGzXDciAm1xwrOgeBPtQhsbwOn4G55EEdT6yclB6IKJCVIGqqtBV8aMTFYaGhkrxY2xsTHm3bJ9Yswxrn30SHnTkIEZXX4FzP/F8vPx952DTEYuwePFiHBH/h4+++gX41De+hyVbKxx+7wfjwbc7CkuunIsnnnYOrtm2Ghd/4V14sC7NXQRx8eOAv3oi/vvX67Hx8gvxjufcBZcsuQSXXnYifrR2BCt+/3287X6X4JK2COLix/53uje+deU2rP79d/GOv1NMRZCJ0as0Zyne+Nmf4uo1w/j1/3wB//nVX2Lz0Cpc/OW34Qhf6k+/0J9Oo4sfdz0JX/rx5Vi/aSM2qtDUYAPWr1mOyy/6Ot76pDthw5UrMFZPn9joLn5ceukzceHqLdi0cUN5rZr5G7Fx02asX3s5PvkYnfMGFkG86vqNm7HvoX+Gvz7h+cA1VzUfIzY+iiW3uTP+4tGPxZ8fUGNk61b56fQWNcbXap8Nd8Fr/uMCXLlyAy780ufwhf/6QXmOH599Fh6232W4ZPlo+UtEPabixaVYcOy/4pyfL8X6ZRfii5/+In64cT0uv+CLeOmdlHuJcoe05uM+g2s2bMSyX/4HHqHXzkWQemJYhZbL8bQvXorRLZtw1YWfxIPN8/3PxAW/X7Y9DxvWY2jVUvz++/+Jk+4euHRopJyhntiiNS7DHU7+NH52+Rps+vFX8dnPno1f6AxLLz4H//qQBbj0kqUYr9tHTJEMzAAG8ojJQDKQDCQDyUAykAwkA8lAMpAMJAPJQDKwezMQN8HxbtElfFcWJEhdNevGXn3yPLWu3YxJh6sAylMyQEw2r1HLUcvj+YamyprqpZBRAq2v3JQ3izQjtAILvKdOAyrf0pft9tWK1piy7Cv7yElSkaZrmjKh+ShNYdSK2w8ZfgxLz/ceRZffK7PefsfiLqsoqjWglSmnOppyBRRoYJ+0tnsd72D4bLIlPMdwkveWF1qyWUPVmtoVJG1AKtkL6tBNHtTk04gyodVr/Qo6z6ah/LKY1oDXQNNIBxWRiAiFtLNzBeqZCQLOaQXUvKyEiilyQlBcHapmyCJC8/yuDP/+aGUU0KMGW0qm9oJkfy2SoGKGhJMlZLmXmJSSIXfphNdo9tG5FQsVOkLrVpWKH1Gp+FGhowLI+Pg4li9fgc2bh0GyzL4lB92p49Qn3Rd76+p99dUX4Zv/dhn2W7QQvWjOFt35WHTQRrzjnItw6VVDwPzFeOA9FurIY+gOzMfenb2xYN4cdOUZF+qJUbDTw7wFe2H+XvMxp1cBWxTAAObvPYC97esA2k6DqJ0YB6sO5u3VaWIDcq9fgcuuegy+dPkmvOxv7oHb7EVsWbMSq9ZsRMzdD3f/65PxlUu/glPmX4ZLr/UOCM3XJTyqAcybvxf2mjcfHQQ4QaFCd+6BOOyoh+KUf3s7XvucB2LDui3ov+6a2fTab9HoYf4+g1pjHgahVuZTaxhboV8rOW9Yp9KWfOvf8fvOgbjbMX+Pf/uHGpevHcfWTVfjr+72D3jKQ4/A0O8vxW9+u0S0BJwP1BjbuBJbjvknfOW8T+P0J9wbh+7XxcjqK3H16lEM7L0Q9zzueTjr01/Byx6+N1ZtHMHQsq14/D9/Emd/6KU49q4HY2DbEK66chW2xnwcdu/j8YqPX4R3njCKS1cD6M7DXgvmC3PLa7d1dL0KTsRpX7kc7zr+CGxbdi5Ov/eT8fm9nTuI+XvthQXz54PjaDhAD4MLFmLxff8f3vzpT+IFB23FspHNWHLZrfHKT/0AX3j9k3C3w/YFt67HFZddjeF6AAff/Vi89P1fwsdfcTzGlm9QMRXZkoFkIBlIBpKBZCAZSAZ2TwbyVMlAMpAMJAPJQDKQDMwoBmJGnXaHw/py0hjXJXjz+f+2mqRaPt0TwthRb2xdJTpdsF07UVN9eWn4prHWZX6tdQyFSu/rTb4ny60c3bKr1xjXnAm5VAso9oQWqgVo0VqxuuQqoTZ0Bgn34pbPcbZumQ6BUkoRQX7dtapwIUcTmRwVgr3lXGUxTM7zmj6PDgQ3kiXW+DWD8sqnsazh3IZPewqFxT9lSdMemqklywg/YllCh1DIZvFBzftIILyPIo7X5kJO0dKsrXlWyhryQ3lTQNMc9GRZZSlL+dj+Fpsnh31+hVDcjveT7dS6NDyJchgSUB7A5ofSZFMWpjX2dcX6qiWVR68HaQQclkBIoQodEYQlqJgOZbtS8SOiQlUFur0eto7q8vnyyzE+NoagEnHLt2Ed4c8O3l/jKDatvAwfk7bfDkfjggXA51ZhzdBm/V7Ow4F3mauscf3S1Ho5Bb0gE/JM9bq53Ja/Vkbjl6bXf0IvnNyNqx1rOfSrojlNjm7+8ZyvvhmPPmwQG675Ec484WDsf9vDcLvbLsScR7wZP1wyjL2OeChe+J434airL8Oo1m2Xmia0FqgzXoqPPekemL/3fGEe5s55JD747d9jdP5d8LCjb4+DBtZjfPvDT1sD2LL853jXoxZgQZmvNfaai70OuBP+/r8WY7GLA9tl79oYXvc8fOm8FZh32JG43yNeg7+Ky3H1KuARpzwJi6q1+NX538Cv1gWiXaLeOoSr5j4Ap/z9k/DAux6ALVdfgLc87a7i4U64w233wZ2e8Tacf+lG7H3kw/Dsv/873KNzDebe+zg84YQnYNGcIfzkP1+DY/a5Ne54p0Ox37zH41MXrcXcgw7H/R57Gh4JNXNeRK3XFBjioXjBR/8DL3/oodi6+iK8+T6PxkdvtQiHDEIc1noVAxj7OU7bZ4F4NA9zMDj4TPz3r1YC+94HJ/zDXAxfswwPecVz8LcPvw/22/xbfOr0R2HefgfjyLvcAQfsdQxe858/wZAKaI953ENw1N0DW7ZdB/HYnVqeJRlIBpKBZCAZSAaSgWQgGUgGkoFkIBlIBmY/A/mEM5kB3VzN3OP76s33m74qs6x9qanHsV9isk/oiq6etHRnt53eRiSmz9MdYMmSu8jpgy9ldX1aXJ7T398rO3+7uTbsVHZ/jtS2N4FmtGt7zZanO1Lm2mFjmuyrduv+WE/qU9hqMZkgRd1Rn7mNNsJ+T5blIkLZS3pZzHIaHJuOlnJlaBEHpLlblacswX4S+xGdwg/mBLlagSaNEoSbebYkCVKQQVKjuuaXX17bBVCOwUYCRbqYQNrXoAZ1kWwdYBClWQg05GgkQVLWdXdnOM2yblOtF5+GsoWk9woGqqgEIkJ6VWFgoAe/82PDxg3wRylNLzxhN2hzO+1T6bw7PQ4ruccwpiqF/w7m7h2yx1U42IZxVOj0uhhYoPtxBxXpv6ZSr921xuiQ3Csugb9P4solK/GT5etU/JDPvRzlVXjyPQ+WtREXvu0vcfKnBrBosQoOwiHfejnu/bKvYggd7HeHo/Gk+wJXjeI6GtGZe+C0+EYMj2zVpX+NLcN6pnE9C6eFd1Cp13LuIXIubPb3x4IV7C3fjegcAb74X/+D32zcC39+v/vhuEdogYd9EM++z/7YdNXP8F+nngd0YnJFF2UOu9ciHHm3O2LO6JX42mc/iNf/+yU4bJHOsegwLP/oqXjXF87F5ZsqHPaX98btFhF3OPzhuNfhXQz9/uf4ygdejQsPOgKLFy/CrW/1Q3zwjWfgE1/7Ln5x+QrMudPkNqgnxrBO5vNPez1e9jd/ibnrLsZ7n/3neM2622Hx/B2JIfwGHaW3fQ02bR2TPoZNG/SAOAb/36K74jb7juBnX/0U3vgvX8VUuxCvfv0XcPHv1mPBHe+Juyy8I9Zu89ypjNSSgWQgGUgGkoFkYDdiII+SDCQDyUAykAwkA8lAMpAMzCAGYgaddRdH1a2oLsMnL/Vlwuhn+/K5JpRSYLev7kpRxE47DM/RJW094cGG4UADz9FSk2s4Oh3Osu28vq6Vmvzp+yhYlyqDT1yXy9Z62oG9xoTOULsgUebZY6DkNgtqkTJHM53jsKCnlFcKmlM4VFSbgrLhdX0JbV0uhQm/u6TYOrCfsUBbUNCCgBcyJm0rjrLMLzl2la0JOcsUuMkU/dKsSOiSWxpCSaZhMtFO+WpBWWUs5/Agh88sAVKJOkstQxr8zFIhBdBAsqwdJUiQ1wbApisWBToNo8yDmxY3H3pwW84G6TmUBMqexdY8FQZIykmwPFBRpTsmXwiKk0Qpeii/qjrwl553VQCxvnnzZqxdu64UQvrPid2kbR1ncxJx3ig7GwthJbB1s3SswZbR1RgWowceehvc5mHA2ssuwZXLN+J/1/mXzDklfXLw8gN73wYPPf1cfPu883BewXdw/rv/BYvmoymCaCoeuRgHz+0CW36P752h6YsWoD0hBg4/APjEf+B3G4HBOfvhVn+luAsqEtfuOgMPwH1e8EZ843/OwTnfOAff+t5ZeNxf3AYbLv0O/vvrP8Mm7o2qv/i1Fyiem2JgBfzgk1/HD350CXibe+EhD3k13vuGR+EAbMSvv/ou/NvGfbHjOe649zzcet8exlYtxRVXfQfr9zoMHZ+VHRxyAPCfv74cK9duBvY7GH/WPQi9Iw/DftiGoVVX4LJzgAP3Ch2dmDt/Li753pvxlEc/Gv9w8vvwoyvlVhc7GNz/7jjtvP/FS/72/thv8+/xxXe9Cad/e38cflvxr5zJrr9pdA7Bk77yP/jG18XlOd/EuRe8AQ+5/QIs+fl/4zOfWAHc8SDsu3B/zNOkA496HN573vn47ne/2+J8fOft/w+H7z8IzMcT9hAAABAASURBVJuH2/d62Kp/A5WaPRlIBpKBZCAZSAaSgWQgGUgGkoFkIBnYLRjIQyQDycDMZcC3YDP39Lql852fH4DSfRHfisl7dd+cOsfQTT9KjpLU4Yt5S5TBoUZpRq0qpcyT6rtX3/P1sxRqpknp5yhtuz55ib5Dgi97Xd+YntzkyqP1NKpLUfdUo7nlLVfv2rfJLn5l+mwSejyWNN212ywoMa2jScWePthdbKLMg5rPZkgtfXoOlGW7gc/QQG5MtiZYzPKaSOu7yro25KMKA/15zXnZN2HFvvCA62gMkM0872VNJhjS2MRAqBOkIH8IUiELbiQRAklMby4K+ZfIBYn2yHBKkzVtLE6CmkyPBBgeCLKFbBc/+qhU+OioCBJVhU2bNpXih4sgjmM3a8s3bNGJKgzM3w9HA/B/yy8x1UeHgb/cC/PmDqCDcaxfuk2xjfjtkl/j0mvGMPeIe+OZb/k1fv7Tn+FnF/0Mv3rXS/EXC/V7fO0/AMTcA3HkvR+IY44+GkcXPAD3v+99sHBAf3V+EYyFXQyIV4xswkrttBc1TPb5IP4Tm3Rkc9ybq8C1Diyfe/lj3gt3vv/ReMjDjsWxDzkWD/qre+A2B+yDOVHppR/D2Lg3dPKfFn4crPkaPvPNC/B/qwN3O/4EPPmohRi54lycceIXtHlHzyUxrXc7gW4XGB3djNHhy4BeB/3GnrQ1WzAyOiZ/F/uG/hb26qGn12ebXq91CneFplOv7aEo71xZfAAGPLf9x6Kz1+H4y6P/HIfuOxf10DX4+UW/xIbRQf29NDOnRvO0H+71iIfhIQ8Vl8c+GA+8951xwIIFmKNzjq5X5vwK3cEKgUHsf+jtcde73R13u+vdWtwdR919EfaptmLjsjUY8jtHqtCk7MlAMpAMJAO7KQN5rGQgGUgGkoFkIBlIBpKBZCAZSAZmDAMz/papVhWDk3T7Ik6Xpa1dN2ZrSShX42Tvh2td+BkO1Nx+Nec0RQRn1LqIbOK1k8slbq3Cgw2hbvaWKD7WuujVerab2cpx98Hs7K9mXbDbYdived6pP88x244pVRe0KI3OLZr3VkS9ubxvnRJyaVSfVKBZDewyoP3KXtrIl/5+5uJH09gabMwy9vUajdaMtuoS9+B5htcucf3GNe+UUI4cJDXbcDakyw83cWfRgmTRfDYrIZu62IX/83kS6jDpOr4kYIe8aFBLQk2WEkkCAhkgpQOaWmtgsQk1+b0+acuQr/RGJwmGIGk3NRghCRB2k0Roj0pnDJ2VLSoVPjodlQvGx7By5SqsW7dOr6f2x+7VDtFx/utivyWghwULb48H3Q24Znj6OWtsvmoUD37IHXC7Wx0EYBl+89MNwIIDcOn5n8P73/9x/O9VwK0OOxJ3vYcuu4+6G+5w6zkY3ozCD6Y10YStq3+Hz7/hmTjxhafglJNOwckvfBFOe9Xr8HNdoFdUciV8ZD02jY9rj4NxZ5kbpEo0vb5Gf8kn4YB9VBjYOoz1S+TeW9hZ12sCLMWX3/IavPCFJ+GUk0/Bi553Mt519k+x7dZH45kvfCIOWjByo4sg9cSYihKj2DY2obPsbONd+QbxzX/9JH7wiysxvmBfzOcwLjjjKfiMyko7mzE0PIr1m4C5c/fF3H3uC2zaOpk2sVHq7fbH/Llz5N+EX4yJ8OVbsAVdzJm7Dw5WWGUrje7j2LjykvKRY/7YMRePAOoHGF5yPt74rDfgyxcvRXfxsXjx6Sfjr+YuVxHE/zpgqvnFm7gU73vmc/FC8XjKySfjhc85BR8+/0rMP/IxeMXHngP8ZANGVo+oBLMevzz7w/inZ52IFynv5D5OepFehxfghS9+I77wuyU4bLA7tX5qyUAykAwkA8lAMpAMJAPJQDKQDNziDOQBkoFkIBlIBmYqA8197Uw9va7pqLOTHqWol4+XknT3Va2/U8HStuGLeJcKrE/NskbUWqcUDxT0FV9ZSzfqxeeY4LUMz9D2ymxW88V8WVvB/oW/55c8ZWkZeE1DKfK4T2ntKnI2vn5+XetcxeXVWxRbqTpAf98JKNZuVjsuXVNBEv6BRrRtul3XE36TjC7gdQLl1gIE/2J4GU+hB6HwINnvjhuaKVc/yyq1BKVM9ZDpe1JyUlFOE9fJG6UdCf0oj/Ap+jrkFeSPSjfhKiZ4ntEEmtzQRtQ8UvOKjtLEIjQLJAH7CagXQM1ukqAOWVByqFQDIAm3Mob3AqxbI6Wp+/WGdGqNUvCYplcR8MdedbodDA4OoOpUWLVqNTZs2ICJ3fTjfnqHdvCrf/4ofqbb8v1ud3c86hWvwZFLL8Ul1yzD2rWrsOSSS7Hs8KfhSQ88Grc/EBj53Y/wxct+gwP3XoB59RDOff/LcPwx98CRR94ZR975SNzhsINxv2e8Fr/aUAPiBju0ibERLP/pB/Hud74f7//w+3HmO9+Bs7/3Y2x2kUP8wsBPcOm6UaCzGPc66y+Ayy/BstVrsW7Nclx2xRg6r348/qwHbNm8HFd+EBjca4dNppv1CFZe9G28851vxxlnnoF3vOdMvOC7P8eKTeM44I53x+Dc+TfqtalV/NiyNbBg770wp1NjdOuY/iqnb3hd+nwcsc/X8YxPfBHf+9/f4bJv/zse9I6NOHzRtR/ANHxv7QZcvVqVoYW3w91ufzSOGrkal61Zi7VrJDfuh5Pufgfc+oAeJlZcjitGNmDTzy/G0rrC/re+I+7yLGDokqVYs26lCh/rcfTf/zt+eMnv8YMvnIlH3Eln1MujEfW29fjtB16B4173Cfz48vXY9y+egc/8+0uw6qrLsMWvCfpNJ6q34P8+9F68UzyeceaZeOf7zsDTf/AbbN4GHHG3ByrxR1ixagnWYW/c5nb7YPMVn8BHP/JhfLiP/70co/P3w0H7D2CD/lBDM7InA8nAbsxAHi0ZSAaSgWQgGUgGkoFkIBlIBpKBZCAZmCEMzPh7Jt/VlQt/3Y5aRxn67Mtgo0srBQhLw+4CG0qpbVgaXrAA6PtdIajtgycINQDtidLKNXzRPChasqxrBfVpHquT89oMVUyKuzE1tpbP1Ie8pesMfVd/V7lKaPpQzqpl+jHnymzP1ViOUWcpd9GENEw12c0vR5Orh5iKtZrXa1WFW2v6YlqjxFVMgFZ3Rm1CrcgGAiThH/SbbDl0TifVaM1+VDaL7rEPgCAbFB0AAUStgQBVfAArkAQBgagYCNlws5RtVQ8CBkFGY3qkbYAkNAkEQJZR54SaN4JCAWqv0PzQ/Kq/Z2iv6KBS4Wag18P4+ARWrVmD9Sp+jI2NtWtpmd2sV91DEevfhLd/+AdY39kPf/7/XohPfuUD+Kdn/wOOP/5v8YyXvAaf/fd/xlMfdDh6G3+Hz3/iC/jhuasxf7ACqy7mzl+AHkYxPLwZw5uHsXHtcoxOAHpg7KpFV5GFB+Ng4XaHHIT5Az1Qrqn+QbzgC/+LEf0e/eUJX8SX33kynvS443HcY5+EF73hs7jkZfdDNboW//ftz+AN2A+HxNTMa2kcxEH/34PwghechJNPOhkv9DtA7n83LNy7AoZWoR5ToYXb736tNaY5ll92BZ505rfwy5//Ahee/T487c/X4qphP/C0pOtQ44DFOOLs03DsX9wJix70XBU/Fuv39NoTqsEeev99EX70nQtxzdgBOObJT8dr3ns6nn38Y/CYR5+AV5/1YTznccfg4N5q/ODLX8eSHwO/vuY/cf6P12LObe+GJzznq3jLyU/GY/76MTjxpa/ESa96Cu51+L6Y2LAKv/i59us/sp69JxOffymOefvn8YsVW3Gbh78RP3zn49FT4WmD6HHYfzPgHNzh6c/FC8TjKcIL/A6Q+94J87TA1jV+K84qfOyH38ZFv12Phfd5Al7+6g/itOc8Ff/4j0/DPz7jn/CJd38AH3vPGfjnpz0Si/fdipGb6ePHmvPnmAwkA8lAMpAMJAPJQDKQDFw/A5mRDCQDyUAykAwkAzOTgeu6HpxRT9S/poeuSyfv7wBZKK25oi5qGZxTy+nrSaO5yZZDiosHRkm0qyjlmk9RGfJN30+eJtgqXruo3l25jQ5bMOH9eH8P204zcF1NB3au4TSZFoJmtobuhWWry6WxdJ+1KB7kd6pEeZYmXyuqO8zibbSp0ZrhWZaCVcH5qt/IIQpkN9OltOv5oYuqy1TYUEI5T0kpkcbdqpjW/I4Ku6PMbQK2DS9ltxEySIIkoA41n4kkXIggCQYBUp3wuzOk6CQ6s3zWSWJ6m7L6GpXGkuKxoAxaQ16SiuskRVoXtGdUVSl8dDoVer2ucohNmzdj1cpVGBnZ1RdUYPdoDOy3/63wxQ+9Eu/63P9iyYYejnrkM/D6M8/CGWe8He948+n4m/sdgk3LfoOvfOLD+NB7Pokth+4PlQ+a84uLqtPVc/cKBuYtQLfwoXBHvKgwJE09xBFgjiZd8rr7tao6imleiS04FJef/CSc9fXfYC0OwV8//2147zvPxBnveDfOfPnf4NDxVfj5tz6Bf37Gh3GrI/YDvciO0HNVem2AW+NRLzkd73jHGXjbGW/D2896G0589FGYu+lKfO1z/4l1Q6M6b+w4W3Z73v6Z5HHfrOGv7nmYRmDBwtvhTnc/CtvWjhX72oPX0IMpoGU0Nj32WYzm+zimFz+IqCp09DRVpXkxD4fc9jc48+OfxOfO/jGW8jAc9+zX4B1vPxNvf+c78c/PewzuMLgGP//Kp/DOL30ely48DPGb/8N/f+JTuODKzTjwqEfgxW95J95x5jtw5r+ejPseuAG/+e7X8Z8feT1+CrWyF/SaVAiZ+y9ehLlvfzpO+/dv4vJ1wL1OfDc+cNbJuNdeCrJCZS5jEZ79wXfjHeLxrcI73vNWPPXoQ7Ft9e/x2Q+eAuwj/eMfwL9/5vO44NIRLH7k0/Gmd7wdZ7ztTJz1rtfjyUcvwtYrL8CHP/wFXPSLEQx2Q4tn340ZyKMlA8lAMpAMJAPJQDKQDCQDyUAykAwkA8nA7GdgVjzhDL9lqtsXoUZfaxy2DAK6hG2itmuw/XHxwRfszfV1LWEo3XGKljIPk03RsseU9NW/prUZZGO3pleBL+EhrY/GlkW0TXPaBSddbcRu5xve2OeF1qoFtK0/h/IZrRsyQcpTKh3N03sNQk1DbeFB0l2nAFQF8h41ioVGt+UMeLoiFFBQA0VSFRRSfgNq2tMxlP+Cm3IYEk221tVaymnJcaCAiofWKEYZqLE5ixRAMZYbcPnVbReA8MsFSgr9gkcdLHOiCoT8suBWzibFUkf3NKHZxz4ZMIoO+xsNpRHktdHsGSVW9nJOEN67o/2rqkJH6PV65Z0Qq1evxvDwsLiYvjZ2y8befOy35hd45Qn/iFee+RH89znn40c/uQiXXvYr/ORH38c5X/4s3vWaU/DM570Zv91rMebFrh+j6i3AyKpr8NPvn4fvnv9D/PaKIey1cF8swBX44bd/gO9890f4v1XAfgMoreoBwWuaAAAQAElEQVQOYmRoNf5Xud/+3o/x26t1j76gh0VH1HjxI47Da9//BXz7exfg4t9diit+/zNc+L3z8fmPvAFPfuSL8KPDF2P+zs7SPRBYdzl+euH5OO+75+P886fjO/jW1/8LH/m3f8aL33kOxufurd+dcpSpgftJv1LnvUB7/xC/Wwns2573AEX+5+yv4icX/wTfOvccnPvN83Dgwp68O/Y56GI5fnHBeTj/e9/Hj36r+N7CTvtczMVS/OonP8C5F34HF/56Gfbdex6itxBHLP0sTj715XjbBz6Jb5x3AX526WW45JJf4kff/Qb+44Nn4CWnvAj/9Zt5OHBOBwsOqPH1s96K1//L2/HZs7+NC3/6S1xy1RX42Q+/i699+iN484ufjLf/+ggcfkgFLPkZzhMv5/3gZ1iGwBwQByw+HP9z2qNw2gf/Cxde+H8Yu9Vi3GofHXjl7/DD752H83fk8rzv4Jtf/Tze988n4oQP3RqL9u9hv8VzcPZrno4XvOYsfPbL38IFP7sEV1x1CX7z8wtw7tmfwZn/8nq89ayvo95/gXbV2tmTgWQgGUgGkoFkIBnYrRjIwyQDyUAykAwkA8lAMpAMzEQGYiYeevqZKaMWpnpj+dq/wJftusDbPl77vl8X0I23T0JJVa7XpKRv/e3zigaV7lwqRumGhNO0Xl1kf2z8nmWtgYsKE8qaaN26Jy8Bm0Yxpg2qSSi7idTa0xf2DnuN7fexF01NoYYaQRLQJXzJ00PYbSgIehAsaaehnWzLXbpdmiavzBJwMUD69C5/rX1KrjJr2SS1fpNL5RoKiesmS2GEzgVl+Wz2Ol7yFCQJMkAhBJJKpR6FIAXNpf2gKimt3zpQRnlBEhHRgH2piPz0fD2YrMk10TbPIR0BqB8TarMAsEdQRA6NPrZs+b2mfQXaj4L2r6JCpcKH39lQdTsY2zaGofXrsV7ADGoxsA8W3WoTvvy65+PRD30AnvD0Z+F5LzgRz3rK/fDQ456MV/7HzzG4SMWP6rofKnpzsel338cpf3MMjn70U/GBc67BQQv2x0GLvo4THvRXeOjjno6P/nYx9us160Snh83LLsHzjrs3jn3sM/DB8xfjgLkAY76KINvw4VMejwfd/774h+eciBOf9zQ88P4PwBOe/wFs0Fn239VZOguw+Oqv4NQTHoNjjn4AHvCA6Xggjn34Y/G8t3wVm3v7YKAidmyk9l70Tfzjg+6Lhx7/NHxY59XdfknbZ9EinH3yX+P4E56D5596Gv7zqkXYu1tCOwwDuN3in+M1f38cHnD/++GZ71+MxQfukDJpDuLWi3+Mf3v+3+DB93kgTnjHTzBv7iCoo8WcQ7GIv8P7Tv5HPOyYx+HpJz4Xz33uM3D80Q/Dk170FvxqdBEOnd8SwS5ufThx8X+djic/5kH4f099Bp77/BPxtCcejUc+5SR8ZeUiLN47gDmHY/EPX4VHipeHP/EV+OniIzBYzlJhsfTvnvZY3Oe+98fDH38ivrxB5/7dh/G0xz4cD9iRy2MeiIf89d/g1E/9GotuN7ecF+jgVosXYdX/vBJ/d9yxOPqEZ+PEE5+Dpz75kXjwY56M0//rYvDwW6OrZytb5pAMJAPJQDKQDCQDyUAykAwkA8lAMpAMJAO3LAO5ezIwCxiImf0Mvj53OaD/FL5S7+u+hLct6MLbmc29WmP3s/rSF4ooCc6spRqA/XYbNXTn7kHStoQuwWsVP6z10UQmyp4+Q99fK7eZr5AKAtZrTJQKBOBZXtox7NBqzXSsTJKumWV0Wj/Wj5d1tIj3L0l+gLK6s9FojsOrCJrgwoUDJDH1C1HbVZZASVAu1JSvXmLQ6JCfktINaA2o2W+AMtS9LmWQlEWQAgQCVAGhpleRLqkRbtQ5FQbsMzDVQnYVikrWcktDyJ6E/KS9OrckIxQXGFqOAkAEoBFq4RxJtmjdkBv0jxTSGjSL6BdHQuuVuUFEC0pWVQdRVaiiQrfbRSV95apVWLtuHSYmXNrCjGqMLvY5XBfeusCu1q/BsquWYs22I3QpLt/+c1Hxhj2OiyD9j3g6YF6nTHJRoe/rFz9KQIOLIP2Yix9ylc7o6TJ9MRYtOgJbVizBkqUbcWsVIBYvPhi96zuLiyCLde5d4dC90Y1dLzL9vP3iR3MoYsHhi9DdsBrbOgfjgIFdrwEM4Hb9/XdZ/CirahhUEaQ9760GoV9D+ZrOarDwsHjRXKxfsgzLl6/D4BHOPRRzOjvszwpz9nVsEXqbhrD8qiXYEIvKa7j3dNJcBCln6xc/mr2g3/wFxe81FqPUVnr7l/n91+ha8oA5250XIHp7N/MPHV6JJVevwMax/bDI6+475wb/HiFbMpAMJAPJQDJwCzCQWyYDyUAykAwkA8lAMpAMJAPJwMxjIGbekaefmDIMXYHrsnz6Rb08umpjgd95ATkmSyXTbxC1gq7I0S8YTMg2lA6nWfahkJeRaD1lT+mW8rrLKjkkbRZ9skjRuOSXR4UP55YEe2wI6qXO4VSj2LCmpLbzWnaT5SJCk6L1tbC9oYFyFkw7k1zK8NhAadq3jLrmrEFqhnoTNUMt6kYqQfNtCG1S2d9zCjSoQ6Avk7Vek2mHix2NpBPa+dOF0oEIkJx0k9zOBmQDIIkQoEYScqC0oqMxraNt0gnKqMtorSjF4+crHpAE0ZyBJNxISb12JEESGgpI5em8IVQRqEJQ0aM3OADqZ+3ataX4sW3bNpDEzG1E1emi2+uiWwVu6Ubx3lGBqdvtoP87cIueSa9t1eno9b+ZX+NpPFz/y0K9hp3yGnZuaOUKN32Ljn6Hel10dOCbma2b/mFyxWQgGUgGkoFkIBlIBpKBZCAZSAZmJwP5VMlAMpAMzHgGbvkbzD+SwnKFXXuRqSu0YtplTDeku7hhd8mW7dpFDerHXl9+T6HxNHZft6w1eB2XGaTCJFKKIaFCgscW2kBdxQLZnijR36xvOm53H/a7aNNf336vbb/12gvU1ho4ZtjVhyOeb9u60axprYHnWNN9vkU54/R8ah8/m9dxAjX09X5e42s4sl6gQffAmg1BK/QNTGvK6VtUFmWQlAZIYLK1BqmYoQBJj+iPEQQNai95SdmCkvTaUIC8ArF969t9qSiVSUktVzSSIAX5IGfN5lkBgiQiQu6qkVGhUtGj4wtwyZ4ud5WFTZs2YdWq1RjZuhXZkoFkIBlIBpKBZGCmMpDnTgaSgWQgGUgGkoFkIBlIBpKBZCAZmGkMxEw78PTz+hLeAIim2ar96UTy6Kq+bi6ryX5cUjfYcivuGcrxtX9xKCaXx1IQsM+2pSsURdohSC+usi5BClp3+jwXG5pKiJLbPVqtOdSkofXctYYWgjEZsgKgfb+EZDMV05pTakWMdhvAa4GA0D6hQ0KtBWqQFFBaObM0S+dKLd0fP1UUKLeGOK2lAdDcmlBr7VpLgvqBcjDZKI3FK0WdQkzOhXI1USeyX24VEQj/MpIss4ipRhKeS0XIRofkdDAUlY9spezo65Ig2qZ91W3QTsdsC6Q8BFTTUJhAsQlCTYO6FHX5IZAqfig5gnAhpIooBZCoAp2u3wVQYWTLFqxcuRLDw8Nofh+QLRlIBpKBZCAZSAaSgWQgGUgGkoFkIBmYGQzkKZOBZCAZSAaSgRnOgO+cZ+4j6NJaHbqLLoBvqOXwRX5tw3Yf05+yRvORV/JReTJ1FV8MXcxDHpTmIkdRJj2ylEyJAumeMCHpPSeK00EpPpRUlLmygaLFpB/NnppbAsWyUTcm1JppJeKP6Krlaro0xfwuFNuySo4nyu0jWXVIsEei36eZfVW1mxIl+55iarBNkATUy/NZAUDKYQSndNsg+q2WXvd9RQJTH8nFpqhR/ERp0qkiAr2mELINiX5YK7Kg+EO6foM16pk1am4o2SBlt4BkWQCUUDlJeTBkqoPUaCgKqRaQTRKUQRJkQCNoKUQQhkKg9MqoAlFV6HS6QgebNm/GytWrsVnFj1IQQ7ZkIBlIBpKBmcxAnj0ZSAaSgWQgGUgGkoFkIBlIBpKBZCAZSAZmFgPxBxx3N5tSo64ptMeqpxUWWt2Xz8pqE/qCAA0AEiitydK01vJareUcQ6WG1lNyoL1LVonJVYIe+uUJ+aZ1n8WmM8h2ko0CDXUN3aUXtFEvj6kzYrJNFI0lJAaK5YEa+pBa+qQtZQK1CgbFPTXoLFFWArxuA/MhKAbGZC6V53eMhKSLABFowpZkMWrnS5cFsoytVBiAz0uNKE17WJY8oJlbFrO3ZFGkNPmaqTx1UCmhzakY2EYlo0XxawVRqhGTzxyULkCtvHzK9/wCOGCII8Xdaw2GQyThPYMBkqAWq0hUoeJHVKXwMdDtYevWUQwNDWH9+vUYHx9HtmQgGUgGkoFkIBlIBpKBZCAZSAZmIAN55GQgGUgGkoFkIBlIBmY0AzGjT98/vG/jKUO32RaGrNI5UYP6sdFcs9MqWhd03a5eS7q3Mal9D0qiLN+iG8XGtZtj06EMzdI41W03Z0C7ijzechJSdJkuL/qwIi+gGV7eNtrnLC+eEwFFmyybLl5YQq3xQnE0TQG2llQYmLR9OgLFtkRp1oyQX8eb9Ik4dc2ZPJhCSiwvhxaWKgdK4SGg5smG1qklaycIlB2y2U+ZJqWCDFA/CEB1BoFAEGSDaCXZ2AB1Lo06A9RkyUOQ1DRJ9BulGIDKKoIlAOURhFst3VJby0PYLAhqLRU9KKjwEUK300G36mBiYgJr1qwpxY+xsTFkSwaSgdnCQD5HMpAMJAPJQDKQDCQDyUAykAwkA8lAMpAMzH4G8glnEwO+153Rz6Mr6cnz+767ps0ySJHHt9XSiOZHKtD64KYUXeFbuxYU2sHHHexdmGVik1vUXaTtyu05huPNKtYw7diKNg+KazfFpjk935f7jbexyuNbVZ79RS1FDMB6H5jWJn39CXY4brugcVi1ZjhcZKmI2AJIeQSqcCANJAX9GkqCUKMKC2hVSt8+JgdcBKmUq6jy2EDOEEjlQ43CtE7KoaIFKVn8jfTRitkf+nFJkqD8pEaBmh9UwaOACNmVCh+Vih7+2Ktut4uJ8XGsWbe2vPtjdHQUpOYiWzKQDCQDyUAykAwkA8lAMjBDGchjJwPJQDKQDCQDyUAykAwkAzOYgfa2eGY+gQsXE/UE/PlX5aOlym12/8K5fxW/w7P1w3Y7BSw/XsMuLVYENU7dXRdLnrb3TcvistKiCA1au6lRSIFOaqFcUjHJ0l106KM4PCje5tqaQutUGFqjrG2XbSV5GT+DzdB+LnoYtTmRU1MgAUtIqT1I2jZ3tdaQaa+gmTJKTP7tuzMNe5VUsi0DJOGfWrJEqdGQKF2HJKnCQZtLFRNUQIB8AEHZpCRYXgaNYEWQBEC4wBEqOpCy2V+DIBWz7VgAICabQqD8kz7H6AE7uORr/Q6QtqF6C0EKOkcVOm8lWOrcnVL46KDb7WBgoFfy1m/ciCVLliKL0b2Q+wAAEABJREFUH5iVLR8qGUgGkoFkIBlIBpKBZCAZSAaSgWQgGUgGZj8D+YTJQDIwexjwdfGMfhpdTev8HhvIKN2X8DWl6vJaY9t9ca+CiQoEdqgsIWGfE61al+x3mU0Oysc4lVqCLvHb6VCZoACltWt4v1ZtChE2CGqyQ02qFpYtZ7PUZMDRWm7lgzYU9wnqUhAojtZf9DKvifcLHVC8PKGml+eXTUELobGVoeU47TkcRlmLKE1nC+UABElMNs0hqKKAfm1cVJCAQBUESEcEQhlC35ZFwctF8SkGIIKgYD/Z6HKrN88DxSJUbNBcbQGScimPtkK24LjySMIEeS0pismWrzyv4nLILZ/GpjtTUA7slqQUCRihPVgSm9Eqof3kL2fSvlXobEang6rbxbgKcX7nx/IVy1WHqrXO1FxkSwaSgWQgGUgGkoFkYOYykCdPBpKBZCAZSAaSgWQgGUgGkoFkYMYyEDP25OXgvmQ2iuE78KL4Ch01UCK6tIdbMaTIjwlltH6b8l5Hbyb6Ml2zYFmSNVEdRrGLJku92M00eTXLulECHmwYANlITDYvoDnFJihJj5QiaWHY2hFUfBoJU2EvOWXpgr41CM1gC5RWjjMtn8XbDgqSBCm0BQGqKAAqblhorsIwYF8L2pCTyoH1FqQ87pL0WgCkIjSQLLqHgHQAJEusiaO1VYyQX3UbuEmVH4igTENCr0RfAwhSK1KaktXhJhPyCgD1EwowtHYlhDxBhGRVVQgXPgR/70f52Ks1a7Fy5SqMjm5DtmQgGUgGkoFkIBlIBpKBZCAZSAaSgWQgGZjJDOTZk4FkIBlIBmYLAzGTH4Q6vO6oobtqlKaihu7fi+l3Z7jQUd7poMvvycJASQQ4WcnATppXMVDWQmkqSmjDibJhcbRLyunOJr+NNGICZb7CAES1UwR/5FT/SDInCxL26xEmbW9Qaz8DNbWGPQ2KUQZqD2p1QorAIqRoHWJnTUuW5RwtsMOzdERI2gf5SEL3/VIJRkgKELPtWeQFSQCG+IEBNduG1BLTPOXZU9uWXiKSlC2BBoq2+5R3YbBkgQGEDkISUpVLsNgqTFBodfSbzscmEwDhRosWpBUoQoR1mwLlQWnS5CeJCK8fqKIFK0RVoVt10O12UUVVvu9jzZo12LJlC7IlA8lAMpAMJAOzjoF8oGQgGUgGkoFkIBlIBpKBZCAZSAaSgWRghjIQM/Tc5di6n26urGuZqhxQQtfzZYQjStBduK7lMa1qQJCGJ8mvbq0GpXl2I1FsTGsE6VizVCms1Ao3LmDCiiGf/UbJb33NKUqw8TgBKsQIaBq1p1EsPc/kFCsqsPRPV+LTBvZ1LWmdpFZCA/nQtmlexVi8DrvwUj6iS2Spow7F3NszaLmSq2oBNBHFVryZi9JIym/IpMHWlizrEXKocwqwLrck3Ahp1DaBUnhgQB3WGdYDdpAEKWjdWtLnULWn8YHKEdC0wlkxPVDREACSGgBYSC97SJIEQ+7KskEVzXkqFT6MrmS321ESsHbdWqxW8WNkZAReA9mSgWQgGUgGkoFkIBlIBpKBZCAZSAZmPAP5AMlAMpAMJAPJQDIwOxjQVe8MfhDdfKvr7tvjDs8x6WIJ9E1StvpE8d6IQXOcbcKK6sFr2XldUJ73Nq6Vpti1fLtwNKnNOJVSw+eZsuH7/AIPzjagRjlYpAZ165APpbjSaNihlcdz4vTD26YdVjTBqgS1VmgCVSwoeusjKa3t0hmEROMo6wByyUf4xwFSmuCAiwrBCmTrk5ShLht0egOp6oD2L26iEZIojSAF6aQkAfXy+AGzKIsBlvny6FDN3kTIX0UFqvDhj77qdroAic2bh3H1Nddg69atMjUf2ZKBZCAZmJUM5EMlA8lAMpAMJAPJQDKQDCQDyUAykAwkA8nA7GdgVj5hzOSnqnXnXPsSXZfRKLqfRopE65K2ffeHNPnOnqSntKghsyRa1tKMcjsuvXQ7BE5okKNWotdS9UVp0iinurQyagDk87srnONj2kaZV96XILfWkg3luQ6B6c0+Q0G2cFgzLOSR6BtSi4PlKJiwLQfpfQBSAUy1vmkvQYQwIdREaRZhLTRGB7Ak4HkkUX4oG4DfORIqFpCUHg1kR7HlA7S+EKFlGpBUns4mqTBkwfml4KA8slnHNlX8cMx5UL59EZqhw/pdOFTAsB+hebJdsDDIsAVC+2qu8yAJKaHBOWUeGt7kAhQPr6+5jkXVgYsehgsfXX/sVa+LDRs24BoVPyYmJpAtGUgGkoFkIBlIBpKBZCAZSAZmGwP5PMlAMpAMJAPJQDKQDCQDs4GBmPkPodtsPUSpBejyGo1Z6gnFpxjlpGTpdvbR+kvMvpJAeVGAdr26rIbSavustfmN0GW+fH0dIEqra2ks0BV702vIblHWkgPTGqULLpiwliLTGVYt7fGLZklq36KgWdMJcLPTUnCOxGSo1b0eFDMca9Rmnu1aBQBCP6zRj1FzAY121IBVWIeapaAoqJ9augQY0YBU0lS3VSkhVGyAoCwJorIespRAxz1PCPkKAHkVoaT8JEHFQElAgnCT2ehSSPkE55Fs/NpHilMliJBNWgaCFSpKhmQVqKoKnU6nAGqrV63CSmFsbKzMlSt7MjC7GcinSwaSgWQgGUgGkoFkIBlIBpKBZCAZSAaSgdnPQD5hMjALGYgZ/0y+iNdDkNR4A3s7p8lWEaFRdjnucuXt1mmM7Y9x7ZnX9uy47fSMGn1rvE3r23Vr98V0u59TYjb6UCHHec17FuxUhoTu+uFfBJ+dlEMWKamujGldDvt1KlK6IiQRBgAJDepWBGphx0jn1vC7RaBmywWHfowhj0AQVQRCOvqNkFeg/FAra0m669CNqSTbjYEyoRlQmvwkQbKcFWh0yEY0i4T0KrSHUIWkih5VSAr+zo+Bbrekb1i/HmvWrsWWLVuad/AgWzKQDCQDyUAykAwkA8nAbGQgnykZSAaSgWQgGUgGkoFkIBlIBmY+A7r9ndkP4fJFBLd7CN1l67JaPnUY/agD0htXDcdqG/YXCehWW4O6bYnSHS9KO7QxkiADtaSJ9FmgZdWbRPnBRkVfkV3cks41rGKyebZXkteJrZ9yyyNr+vtRUL5EvdbaBtrWzm4tC6JZStKmYNsIDdQzEAECIAnzSdpCaUTzA/mCsCgI2YR+akw2koBAsqyDxoRMgQ3CezV6RAUWyGc/AwEgpEew5GuQDQlisokQggCNRsDNNsyAXkqHZJMEKShOQcvCUi6Ehkpo9tPeIVRRCjGViiC9Thf+2Ct/lNnGDRuxavVqDA8Pa5U9qufDJgPJQDKQDCQDyUAykAwkA8lAMpAMJAPJwOxnIJ8wGUgGkoFZx4DvmmfsQ5VLbJ++fwEvqXtxeRRRl9J2GfSjSspTW+jS20KmujVDqvs0tW8q3WoD7VOU1tlct1OX6t4DkphstSzvR3mcXjJqXc4LtqE41IreDMUz7bjwnEo5TWeJN4PW0RwqUGDdiuzp3eejJpAafcEfbMIW9tmShHZiyYNGqLHAYyjuc5jfIpVRfPIjlDHtwCShDpbZGqQR0YwBhILUOWAp9AsQ9tWyDZIKR4OQDgLyGY0INI12SSWUhqbZJ6CBfdTgeXJZK6CMkJM6Sx8uehR0O+j2VPwQxsbHsXZoCEuXLcPWrVtBUvOzJwPJQDKQDCQDycDsZiCfLhlIBpKBZCAZSAaSgWQgGUgGkoFkYKYz0L9FnpHPoRqC30AB/9f5RdG9NEnQT1OCGtQbh53Xxg3J9RKeqaUtACtTEwGoxCBfLR9JWUAZ2IiQQcroLwTIY8inXvct6U4LS/SbDD3c5NpKUAcpf+n92S6GeI6cFi38ReF1q4cWjgDCc+3zonUbpR1l0ELWAVsG2vwiPAjqQMnQGERUBCkeQPgjtsjWlqyFKAiUH+kEYB+kgwH6hxoNH9JScI6jSm9eZ3FBOi8AzyMBzW0Obb2xoEbKdhdkqkspvkaG9qEQVTX5jo8qApXsbqeLXq+n3YB1Kn4sU/Fj27Zt7Rm0VPZkIBlIBpKBZCAZSAaSgWQgGUgGkoFkYLYxkM+TDCQDyUAykAzMMgZiJj8PdfFdoEtt9fIoNYtQpAbJgnKL3biLLXexfPdvlMtzyiUUu5beB+wsGXJCFoVGOreBk1Fa/wOqSlbrdoGmQBvXAoKAJZomC9NtFxCg5ndb+HszPMdLee0GCqr7xStzpbs73xJovdqDKhKEJNQmdNjai2uxkB9K83oKwXrzlATJYnseg5j+A8VIeVQoYCUpgD6Jp1CPRnQ0J6gYAEeCUpRDKWG/EQS9BkNLSidRtQhJkug/N9oml3J1eD3o5Ln1TKpKgJM5RMmD5XRAHqPxVZVkEC6CFFRV0atOpxQ+/LFXo6OjWLlyJdauXYvx8f63sCBbMpAMJAPJwB7CQD5mMpAMJAPJQDKQDCQDyUAykAwkA8lAMpAMzGwG4gYcf7dOoU5nQNfbRep+vH85TvnQb/Kzr7fSF+VWLUtMObaNYlsRpnROruhUsrGpnBIoigz5NTbdF/TW5OuHbTq/rGFju4AdKkUoWMsvURxSi5y0+0rxTg0kQRIaUJp0Qj+S0BwXYizJxhfUr4D0JhcoqoYQSCLgPEBiCjLkBamxAGrSA4gg2FggCUbAe4T9JJQAqtjAqGB/RSCUX+JtDm1rkKk1ZEgvSnFUcniGRL87Lp2k0ggN7nArU0CQDUKyYiBYIXyGCFQ6j9FR8WOg1y32li1bsGb1GhU/1uXHXpnIRDKQDCQDyUAykAwkA8lAMpAM7AkM5DMmA8lAMpAMJAPJQDIwqxiImf40utMvj0CNBFU5kGKpi+5WsxBqe4usNbpTHpJSKc2iLrJ1AVIISLAABApcQQCKGsoxif0Qaa2GD2JNCnTbDicTAB1C06xO+eomVmum4PwmyyO1BOUioLGBR8oStCdpidKkojmTFvKGEnBmKEeQahOkbEYrrVN+goDg0VKQSs2jigUkoV6chOYaqtSEnQIBsP/DQIQsQzFQ+SGQqKKRIT1COZIkAcN2aK50ksUFzYX3AsuPEkECMDTQcTlIgqT8BMvrZAlAPnpdet8GoT2qiHKWjooggwM9uBDid36sXbcOawR/7BVJZEsGkoE9kYF85mQgGUgGkoFkIBlIBpKBZCAZSAaSgWQgGZj9DOQTzmYGYsY/nO6mdf8OSPqeugBq5dJfUpfguvcGNTQuOlVX6YoRRVfJAZBGIUhAEpLqRfX65Y0cZQEPzsFUK4lTpjNsOcv7Wtou6yjXca8XDhgKljqFdUEpYPujkLS6FEdCgYqAhAbASm2j74MVNM0qA6SUaEBd9lM62fij6ET5cV7RgKKibRQ7dmgOItSbuXZBMZKNT2spAsimdFYBn43wHI3yVSFd8QCURpQ8+SE/GZBHUEyjdaj53Ty1ZEmT7HcSyjKIcFAOubQbih9qjNCorlgItqOqEB2dQ+frRMCFj1QgJAMAABAASURBVPLOj4EBRFVh8/AwVqxahfXr12NifBykV0W2ZCAZSAaSgWQgGUgGkoFkYM9gIJ8yGUgGkoFkIBlIBpKBZCAZmEUMxIx+Ft1Nq4P6gS6q/fUWEgB9ad+gGIBcBNm8J6BYrV7TFtR0zS7fhGwI6qXo4MIESoggqTxBPQR12U0veY2KAPXT7N9o0rVGCRMl1ixF6WwcgHSUuZ5vo5lCBYhyLldNAIcaaBF1oFjA5JkI2KAu+IO67FfAeWG3ckOGuixCpkAJIgiE5wiUQUkosVlD6yBA/zAA+UkWWXQQNgOWytVcGnQKYT1I9NeSCpKA1iLKLPSbvI1KKkdrSTYOyLavAdRI6RAsgyivJwE/B0lQvjCodaJCVJZRCh9VVUl24O/76HY72LBhA1atWo0NKn6MjY0hWzKQDCQDyUAykAwkA8lAMpAMJAPJQDKQDCQDycDsZyCfMBlIBmYvAzHjH42E7r/RNOmqGmgESZQfS0K6ihAAZGqQ3lfgoGigYN1FhhZNiuNQ08IwoOt6OFMDJ9FE0DS5ocmEf6B8QnfwIAmiaZYumvjCHvIbBEvQpk/jOSGD8pMEDEgKpKQWYNGBskEQFGpBHriCE5RPKLLkEvDi0tG2IGAwAqRRISpBtsoFMLQE+mclCZKabUhATy+VDFALkQRJVEJEhaBWKHrjlwP02soNgQBUupBPMgAZcCMJai4MO/ogoA7Kz6IAAYIUIMgfQPGFfN6f/eeJUNGjgt/10RvoYWDOANxc+Fi5ahU2bdqE8fFxuxLJQDKQDCQDyUAykAzsiQzkMycDyUAykAwkA8lAMpAMJAPJQDIwaxjwPfEMfhhfm08d31atC29dx+saHJCqAWgU6EJcKgiScPNoWDesE80PlDO1jn0qmsih7ut+pxdQY4HyCf1IwoD0NrOmkzxIqpPWfVoZbScJsgEgKahsgKAsA2qWLeBXTvlKQyvahFDdg/IJoHz9Ll2JdfFxcgz5wikqDJDy99FsAMhfVOUEAYUFovzIIKVRJ5UMJdB6BEj7+7Admiyok40/nA/rNSBdCeosICXlhhpLjkb5KLvQqn1Igq2sVQxyiLRvCqUA06lQVSFYVuh0u+j1euh2uuULztesWQMXP7YMb8HExARIeikAKf4YBmoVEv1OmpGRkVJYGhoawtq1axO7MQfr1q3Dxo0bsWXLFvj7b/z38Mf8DuTcZCAZSAaSgWQgGUgGkoFkIBlIBmYGA3nKZCAZSAaSgdnKQMzkB/M1NcHyCB4pnZMWWmvHQgMmm3MN6KLWTusFGtTl2n6uHFNdl/NNTuOybjSWxr7Rl3K5k63DwpCT7UmlTutTXk8pcJHAyrRXzSbK/ADbYkB5xwM0vwlaE1TAIWCFGgoUt0R4rkK2w1K5UOMUQnPCpnPkp85CEiFpkIGAbPkonwRIFoRkhKKSZOOTgJu/4wO0pqF10g7a18J+24LVspZCXhd2gPpBKfwgiCjQeaoKVafTFD6iQkeFEH/U1YC/7yMCw7qYX6Xix4qVK0shxBf2yPZHMWAOh4eHccUVV2BIBY99990XRx55JO53v/vhkY98JI4//vjEbszBcccdhwc+8IG4xz3ugYULF2J0dBSXX355+U6cfGfUH/WnkZOTgZnFQJ42GUgGkoFkIBlIBpKBZCAZSAaSgWQgGZglDMRMfg7q8KELcF/4Q9KX3xakI4YSpvfWz/KWDF3yK0V1DE0lqDxf3noNKI8k7JNbF+salUg5GB4a2IbUdjklAaFiikmlLDLK3NDcsG0oDrD8+NykdQCSBim77OHz1XLJbn3Sio3SZBGgLvKDRB9ylZz+2rViWglKkF9FAZ2p5LbzSAIwAlSMtA5N0d4SJdf+IEhCWZCiTlTyVYpFRYTWoxCVMhiAUGw28wggrNeUZgRqhNYJ2SEJ0D+sQFKGEASBFnQ2wnsoHgLaVnIY8Dmq0FqCz1FVlXyBKqpS/Oh0uhjoDaCqAps2b8ZKFT7Wrlmr+peeddp67bIpbgQDfqeA30lz6aWX4p73vCde9apX4a1vfSve9KY34e1vfzve97734aMf/Sg+9KEPJXZjDj7ykY/ggx/8IN75znfiLW95C9785jfjjW98Ix7xiEeUYshll12WHxF3I/4uMjUZSAaSgWQgGUgGkoFkYOYwkCdNBpKBZCAZSAaSgdnJQMzkxyIJMkA9hMeQJFlskoAB6OIcUimgadSFdw0QAKmxAGgu1WmnLufZxlAaKRtsdI0ylSNF3V7bUlG3in22YduAPSxxmyTBEGigjaI0RkBusLE0hgoSsuyUxToQDFAAmjVrhaFGEiQBdaiRUsp61Bw0bvvg+QQV81oViRDgjCCiEmSTyiHkJahco6L3l01BvpBNEiGdVCyIKiTlcz6pPAFqCqOAQJCg8kg9g2L+GCupgAZFUCBdinzqytVYOorfGYD3jUr7RaV9G4T0UH6nquCPvOp2eyp+9OCzrl69GqtXr8JmFUGQ7Y9mYMOGDfDF+OMf/3h84QtfwGtf+1q85CUvwQknnICHPOQh5R0g++23n14y/tF75QJ/egbmzZuHww8/HEcffTT+9m//FqecckopaH3sYx8r0u8IWbp0aSkc/ulPkzvcQgzktslAMpAMJAPJQDKQDCQDyUAykAwkA8lAMjD7GdgjnjBm8lOS1IU2QUAgdAUuGSAJAgURjVbLBzWbzrOfmkFnERo9EBXaJrMWSA1lUiNJSaEWnClLc60JNopFkDqHXcqjpHtZRkoICsPX/goDJUBQskBxGUAESBYAfV2y+MOeAjA0Q6tRAtQPBEsC0qKsq5zQHKF424EkSCpN8+saIb3Sei4eFMimbEgWBEGvIR8FGaCkcxupOAXl2BetDkkoz3MDigvucCNAakAfsgE0cwm7XbiQhpIGawBklD2CCEEDKGlfpQJIKX50KhU+uhgY6JXvNFilwseaNWtV/BiGv58C2f5gBvyuj0suuQT3ute98OUvf7lcjj/2sY/F3e9+d8yZM+cPXjcn7l4MVCoiLl68GA9+8INx4okn4oILLsA//MM/wO/28Udk7V6nzdMkA8lAMpAMJAPJQDLwhzKQ85KBZCAZSAaSgWQgGUgGZiMDMaMfiroIV9dNORoEfAFeQGJSkggABBrokpwMyF0gTZIFGpQrHX1oTo3JRspvOG45iQqMgJYGqXSjGNY55VOQypNHASA0EkTYX87UegiQZSgygig/8tF5sBUgCY2g4kHpRPGRLDIIxUuG7HBQkoACJKUDIJpWbIIUIFhGwGsX0M/X2C4yULHQOkGiIFopW734GAHYEKi4DAAsvbaEG0G2a8uk4XwpBFGKH7IhkPIQoNY1fI6ICs6ptH4VgVL46HbQ7XUx2BuA26aNm+B3fqxavRr+Um5/3BlJhxJ/AAMufvhdH/6IpPe+97142MMehkMPPfQPWCmn7JYM7OJQBx54IO5973uXd/l88YtfROjvbWhoaBfZ6U4GkoFkIBlIBpKBZCAZSAaSgWQgGUgGkoHdmoE8XDKwBzAQM/kZ+9fXZICUpV4LMtTZANTluAGg5BClFd0a5SY0tAAwaRIkGxsE2Ydc/hitALS4IMW9jSsRfcgFHU82YB91SR9g+QECkBYkfIFPUhZaEKVJqCtOkIa8nAJJxYAAmx/ZoCzKbgG1aEHKXwVIySCkqFNQAUKFBOpCUwbkASfXUUx6aE6DZn4o1/ZUXpkFkgioUWg72Tdq1K2vL0iCMgxYLwBsSwWsSSEpTfBZgqiEqALUOarooKoqoYNOW/zodLsYH5/Axk2bsNLv/Fi7trzrgySy/eEM+L/6d/HjU5/6FE499VQccsgh6HQ6f/iCOXPGMeBCyPHHH49Pf/rTuMMd7gC/E2jGPUQeOBlIBpKBZCAZ2IGBNJOBZCAZSAaSgWQgGUgGkoFkYPYxEDP5kUgidPkdkuqArtYnr7aLQ5ZlSArOBfXIlK0O6ZQfQggkoQ4QgBSSYIRAhOKlSAH5AJAGJQUQ3tuiydccGaT9BlD8rFAx0BRpAFAx2VIgrYF86jBCTpIlv+5XDWTbH5JkE0PJAyCbUYFBwbKSL6QTcoFoGqWVHFL+QHm2iqgEyEcqw+tUilVVySEDUsAIkMqVrCRD/uKTrQAmvBHEhs9rSFeaQ9ImBDsNLSer30kqZxrgZ9NekgohlEgS0D5RVah0Pr/TIyJQVaEL+EC36qCroke310NPgOYuX7kSS5Ysxfr1G/M7C3CD2y4T/X0ffvfMeeedV74fIsT/LpMzMOsZ8LtBPvnJT+IpT3lKFkFm/audD5gMJAPJQDKQDCQDyUAykAwkA7OQgXykZCAZSAZmPQMx05+Q5QGoq25BF+QkdVluHfI1aEb55AnFyUavJG2H/K4yyASk0ysQarqoVw/Zzilx+ymLleIhEPZXkzlEWVPOAEvBo4qqSAJwCQDyk5SPJVeqttdGSrDOsn6AQZDbI1q7X0QpdgQgMAi4Kwf0ejVIOeBigqTizpGAZsgrn+LU+UIgqTMBUYVAkA1CEyr7omp8odltjIoBNQztAkWku8uivD6HTaVQUVJOCLKhZlOWNPVJZUp3Gp2vfah9o4CwJAMdFT06OldIdrs9DPQG4PyhdUPwuxR8Ye+PawrNR7Y/ioF169bhyCOPxGc/+1kcffTRf9RaOXn2MHDYYYfhTW96Ex7/+MdnEWT2vKz5JMnAHspAPnYykAwkA8lAMpAMJAPJQDKQDCQDycBsY2DqvnoGPpkvxEnCd9tRpK++BUKX4EJfArIJkso1AAIFaBtJMEKQpKAoSXhdUrYhH9RIAgLJJg7IJJofNI2QLSiH0qiKhdeSB3Kh+ChLgBw1pEhCIGkBjQ1sV4AM97JnKQCEMlQEYAudHkZFIDwHREB6ECw5RGW/ELblD4NAyEdSMhCS/XwCYFAIVBGKS2cDSKrEATdODlYE1hrcS8RKC4KtBs0nZan3XUXK9mySoPYkCT9v6BxVFeUctB6N7o9fGhgYQG+gh9Fto1i7di1Wr1mD4eHh8pFXfscCsv1RDJhLf9TRK1/5StzrXvf6o9bKybOPgYMPPhivf/3r8YhHPAJr9Lc3+54wnygZSAaSgWQgGUgGkoFkIBmYpQzkYyUDyUAykAwkA7OcAd+Pz9xHpI6uS3AUUPfplCowpPfR+KkLczkBSeskATrHklKpkGTx2W/YNgJlLi1CaiC0Z3gthpxGCUIjZIGUpjj6TSaESr5Kc0LxWg5KJwnb1hGejdJIgjSa/cgAC6h8QBag+HQ0JhFaJ4JgaC6VSfksbVfySVayQ36ScCMIyE86TrhIEn1bOQRAEoSahlqilsX+53M5Jr+6IlBEqAVrfScALS80Z6IM7wM6gdqTRSUbPUKyas8TUYofVVWh06lQdTro9npw8SMU8yV9v/ixefNmrUNk++MZGB8fRyXOTzzxRNz//vcv+h+/aq4w2xi44x3viNNPPx0HHXQQ/D0xs+358nl/OOFpAAAQAElEQVT2DAbyKZOBZCAZSAaSgWQgGUgGkoFkIBlIBpKBZGB2MRA7eZwZ42LN8uFLujWHbrsB+MJb0KU5SZCC9BBkNGFAqv2B0NNTsRCUCgJaimDrZ4R02SwBQHlBSgjKVhQywZKn9UjZhvUGjkHxWiA1w5AOgSTcXAAoCMKSJBgVyEppgSABSHqOAAZAFjhGUibhIgAZkAV4VC4NxSOIAvbXkW2/bBZoVmiu8mg4JhkFAcjGtMZpes1+XK+H8mqheWGoaZzKlEr4R2dQDhWhbUIjEPYRklHeqeK9K61dFS4Cfr6Q7u/+6HV6GBwcRKVCyOjYNqxfvx7LV6zA2nXrsG3bNpBEtpuGgSuuuAJPf/rTcdxxx5Vi002zaq4yGxn4i7/4C7zxjW/EVVddld+5Mxtf4HymZCAZSAaSgWQgGZiNDOQzJQPJQDKQDCQDyUAyMKsZiJn8dCQRmIJMyARJMKQaFRECQz40jSSigvIAEGqU4KSsHBfU5QcstRSqmtAyaDLrIkPBkCMkGQFqYVqSIKdBvqgCEvBAei2WnKD9Athc/Hc6cC6CgPJIgoBMIrQA5Se9V4NQvCJKnFQRQjmQpHIcY/TnaQ/F7KckqgqWjlt67aDWBJsfEhACgEHJBkTzA0m0MUo3AtR+rKQHIGeD2oLwHiRRWpE1XMgK6QVBBAMhHg3qnCGU7/oQL/64q06ni15PGOhh69ZRrF69BkuXLoPf9eF3KyDbTcbA1q1b4S+6fshDHoK99trrJls3F5qdDFT6N+We97wnnvnMZ2LZsmUz8CHzyMlAMpAMJAPJQDKQDCQDyUAykAwkA8lAMjD7Gcgn3JMY8BX1jH1e6rK8qnRZrstz681lOSG3ECAF+LI9VFgQoirSF+6YgCIsdngCgLpdBwHYFQgwWpAgiTBCuvzQ+nK2PiBaP8NzCDeCKBf6lMZA7RwCJEHn6fyQlMNO1IBUxdisESRC8ZIrnYDi4aH4Q44GlE04z/mVLiKr0BP0ITuiKvGSQ+UbinfkD8moKoR9Alk3ehBipkBu7U0BAst+oTgjIAf6jTXhZ4Yk/EDwnACVKxUgCzTCQMjUGhR8DkvDut/t4Y+68js9uip8+F0fA4MDGN22Dddccw2WLFmCoaEhjI2P5X9xjpu2+btTVq5ciUc/+tG4733ve9MunqvNWgZue9vb4slPfjL23XdfZEFy1r7M+WDJQDKQDCQDs4mBfJZkIBlIBpKBZCAZSAaSgWRgFjOgq+eZ+3S+UC/QhTpJWPelOanHouyCAElAl+v9S/W+zkoxXcqTloEoOkEGIHDSli9CrgagbCEEstGJphXZDqSUIPxuiCq0vlK0AuQBqdExSVCBIqVYynQPDdHmkATZICRdYLAkGx9UxGDVQRXap/X1nzcUm8p3PLSWEEQon5QUqGoFqfUAlLGuUU9AjdMAKEUDgO3crnTUxQUlWCMp1ftJai+SAKgfICDI7u9Px32W0DN0KlRdS0Gy060w6C857/VU6BgvH3O1YuUqDA2tx8jICCYmJkBSK2a/KRnw5fX++++Pxz3ucTflsrv1Wnm4m4aBI488En//938PF9BumhVzlWQgGUgGkoFkIBlIBpKBZCAZSAaSgWTgpmMgV0oGkoE9h4GYyY9KEKGLb3WQ0hGSAQQhpSDs57RL+CBCAJVH5wUo2xfxLhKQskGQ20MOMAIQSMoUpHte8TMgDxRCAEWyqkCtjdJUEiAUI4INqiAqBpwfoKThHIFAKI8kFAKDkzYpXXtTCIFRwTLs155RTdl0XH6ymRNhKcgmA6VJD6MYNSAdatI0tl3HKH7FagGwA21Tps3ib11FEOQ0QLr8FLwfSZRz+/yMpngTlhU6eoauCiH+qKs5g3MA5brYMbRuXfnIK3/nh7/rA9n+ZAwMDQ3h4Q9/OO5whzv8yfbIhWcnAwcddBDuda97Yb/99isFytn5lPlUyUAykAzMGgbyQZKBZCAZSAaSgWQgGUgGkoFkIBmYtQy0N+Az8/kI6uAEKUDQ5TmDcCEj5Av7BMs+mrhynKuYZmmMMoeckqRyCPkJhnSBlA7rWs166/N+sC1EH1rfl/uk8gWv0UBzA6AB70c4T+kIotXloxFaVlKByraSnGu9ki9sq1AQVYWoBOcY8lcRkwWFqAKUbYRkULYBNVIDUBdBsFiytT4EkiAF65prnxwAoaah1loyqPX6a4cioTkNAJIgUFB8WoeC8xmEz1dVVTlvU/joYKDbw0BvQL5O+RidjRs3lS85X7lqZXnXB9RIryrlJuu50HQGXAB54hOfON2VejJwgxm4853vjKOOOmry7/UGT8zEZCAZSAaSgWQgGUgGkoFkIBlIBv7kDOQGyUAykAwkA3sKAzGTH5Q+vS7QKcWX6SE9oB9djFes0PgCCIIkNACw3eS4EFDmKA6hrzMClN1I5/ZBBKllZDuHkE4B8F6UD2zmNnny2ybR2Jonu+wL5clPzYlwXDEVAco6zonwZNhuQFB5LhREVaGswdDegYoscB5JxQTl2nasSK0XJZ+AewDhHOXbhptsyrBLahNvFEU1oYyENQLOBGUwAv21qXzaLiDIAEnIjdDgsxj0MwhVVKgkO50K3W4H3Y7Q7aIraCKGh4exfPny8lE61usa2W4GBvyxYt4mv/vDLCT+EAbueMc74va3vz02bdr0h0zPOclAMnBzMpB7JQPJQDKQDCQDyUAykAwkA8lAMpAMJAOzlIGYyc/FCFRRIaoWDIQeKHzhHlFirAIMIjiFSnrFQDiHkrKDREEQTbzS/bsRmtuAyofiCgAg5EVoPgVoDRmISvuxAn0uKqfAvoBzK9kVpSsvKoIhSKcKACFUQkQlf4WqqmA92EjbbPOjkq8Krak9dC4yoEkFQSLsKzkVZAJQ5aBUDwjQuYADJJs1ipS/CjCokBGQAYCAQAmSIAMskI4W8odAytbekIRlNDZ1FoTOIh+FMOTz8zbv+uhiYHAQ8+bNRa/XxZYtW7Bi5UosX7EC69dvwOjoKOpyfmS7GRhwselRj3oU5s+ffzPsllvMRgZI4vDDDy9/t/m3Oxtf4XymZCAZSAaSgWQgGUgGZjYDefpkIBlIBpKBZCAZ2DMYiJn8mM0lemD6hTo7HbAy5K8qRHQQrR0kInQhD0F6JQQDlS7mqwiEY8WnPEkywNZHNr6KgarVIcnQWoJ9Bmk7EJJVBCoVNKpyjgo+rwsdRlQVGBXk1DLN2gGC1FhJRgPPMYof8rFFACQRfYR0o8xVEIJrHip8KFJyUVot3WjX0Xyy0UGAJJofzS+afQ2gpjBIZewAhdRbv7RQ3KgiGr4sO9LFR0evUXmnh3S/02NwYA4GVfygnn3Dxo1YvnwFlqv44e/58Pd+9N+NoGWz30wMLF++HMccc8zNtFtuM1sZ8PfH9Hq9UgSZrc84S54rHyMZSAaSgWQgGUgGkoFkIBlIBpKBZCAZSAZmPwN75BP6lnvGPrgvzEOX5lUVIAlfuBfosj0KdCEf8kunELpwj6hAo1KsLUJQsQaKUSh2hSoCofWjSOWzWcs2NTeqClTMsC+qCiWfyvW+sqn5tO482WCggXJIVLIn58iOgih7V6wQoTwh5CeJqALFB/kN+UjpRPE7T25s1xQHQ50g+xGCVj3Yadi217my1RuPcqyTVgCSBd4rQuvKlkN9ml++CKKKQFU16ERHeoVOt0K31ynv+BicMwg/05aREaxbtw6rVq3GqjVrysfmjI2NIdstx8Dd7na3W27z3HlWMLBo0SJkAWRWvJT5EMlAMpAMJAPJwCxkIB8pGUgGkoFkIBlIBpKBZGBPYCBm8kPqfh2VhlJA0EU7SYRkgXUCfkCSupwPMCqwqhBVIKSHcyvFtAZpGWClWFUpbptaP0DlGWFZyRZiOqg50UFURoVQXnh9yk8CktQeQWIKjgUq+aoIRAsGtSeVV4HykYESq4iq0toMVBEIySBBGigyQClQqwEaEiheR0BSsC0JAi1YJNSstaBM9zKHIImyHwIy1IlyLvkZU3rIjqpCVJXOWUnqrJ0OOlUXPr/f8eEL0YFeT74K/lSrzcOb4Y+6WrJ0KTZu2iRfXdZHtluUgUMOOeQW3T83vxkZ+BNttXDhwvJ3n+/i+hMRnMsmA8lAMpAMJAPJQDKQDCQDyUAykAwkAzeGgcxNBvZABmImPzMZoBAEwhfvKgxQF+8kQfkpu39Jb0na36Dkl5zG7uda9hFBhOYYjAqsvJ98EXABwns4FmGfwBahPAFqIV8Vsr0XWOZFSEagCvkFr2VQfiPkY4HOVgEMQ7rjJNzY6sVUHFImFHBBAbVzCMr2UFsaykGBJ9ghlAmQmyDcajgFYPNDlGYRCpR95SGJWtJb+exVBKJjVKiqECpEVUm6+NFBt9uBix69rgsfXfhCdP2GDbjmmmuwbNmy8p0fEQHSO2nh7Lc4A/vuu+8tfoY8wMxmYN68efDfdX4HyMx+HfP0yUAykAzMVgbyuZKBZCAZSAaSgWQgGUgGkoFkYPYzEDP5EUldlpdL8yiXbFFVRU4WD0J266uiyak0pwrpktB0aGAQvqQrABCKRbBISqK1K68nkJofgSoCtF7iAVkI2ZTfsqxnXWtUJYcgWeZVlfLbs4V0VhWi5AagfEqQRP8H0mqVHCZUsJhw5UE6pMsNQMlFqTUSpOA4AfUCuDlfKD4P9lkarU7tXSZ4DaG4JX02WMoRygnq/CFULaRXUenZKoSlnqfTUeGjErpdDA7OweCcOTpyjaGhIRU9VmD16tXYtGkztm4dLQURLZ39lmFgp7t29brtNJDOZOBGMEDyRmRnajKQDCQDyUAykAwkA8lAMpAMJAPJwJ+QgVw6GUgGkoE9joGYyU/M0OW7YDkJXbZF8VXlIt56ZZ9QhfJ1MR9VBRccjKiq9tI+4Gu60OU+SZCB0EV+6AK/0kV+hOLyW+4IOs9xz62oeX1ojvzBQOV9Chof6T1UsCAA6yHh+bah5kKFIA0lrhyoqGFBOkmwNCAdatoHsknbQu0Z9reQmOzKofbz2Yj2h1E0+8JxodHll45pYBWIqkIVBlFZF1cdSRc+Oro8HxwcxJy5c+CL9JGREaxZuxarVq/CWkm/+2PLlpFS+CCJbMlAMpAMJAPJQDKQDNy8DORuyUAykAwkA8lAMpAMJAPJQDKQDCQDs52BmBUP6PtzQw9DUvf0ROjJ6O/BgFrrIwMMxYVQQlUFqgiEQSIE5xRbPraoos2RJPt5krKrqMoazo2qAhlgAYGQHgQFDeoBFJ2AOtws++e0rUBxsYyqYFAeBySp9RGyKYfgtWTLuFYnFTfaCDULskmiSBAkiw5JkiAAkiAwibBdEKgYiKpC1T5zFYFKRY+q/X6PTqdCt9fDgAofAwMD5d0ew1u2YGj9eqxW0WPlypUqfqzDyNatcCNpkUgGkoFkIBlIBpKBZCAZSAaSgWQgGUgGkoGbg4HcIxlIBpKBZCAZ2MMYiJn+uOyGiQAAEABJREFUvDteodtmeedE/+0PekJd1NNwUFf7NHT5HgJJJQAKg1Wg5MkIoegk5EU/19KxCPs1T3GGMiwLrBvULgApWSAdKLYqAypstLpi0uTSeUEA7VyvKYT2ofwNHDNkhaUhXWuQ1FwoEyiDTJIgBVA+IqwbAEjPNVD8jgXlh5pzBD8ntU8oYPidMB0VPPwOj0rFDku/46PX7cIFj56KHt1eD1UEJsbHS+FjydKluPrqq7FOBZDR0VEtnj0ZuJEM6E9jbATYtBnYvAuMjk+t6T//zZt2kSv/sOpv/r4cz9i2BWXd0b7Dzj7k26T8zcPAmM7Qd/dlrfhWxXyuCel9/3S5Vefe1Zl9xi1jU9m1nmFE6+0sf4vW2e4IMkaVu0nnH9/F3lMrp5YMJAO7YiD9yUAykAwkA8lAMpAMJAPJQDKQDCQDyUAyMLsZCAAz9gl1Xw/d04O6oC8ojlo+IvRTTKDYGtQpL0qjgsqc1AGWn1CAAEgWQK2mBtmOmbBArXU4GVd0sitNfpmEpAYQJOGKh9exFiBIApRmgPDa6Df5IB9JkAIoU9C+XoekPSAtm6cgoDXQ+OwXvGYV2sOQTRIMQz5KApAmoMyD86oKUYm9qpGVZNXpoiNU8leyO50Out0OOr0Oer3eJPxxWcPDw1i+YgUuu/xyrFq9Gi56eE54be2JbMnAjWVgI3DRvwAL5gPzd4Gv/lpFinbdDUPKWyDsLFf+F30OWN7mXnA6yrpfXNk6pokl31JM+Sd9Cliqosm0UFE3LAFeO0852ueiq4rrWsNn3oNdnnm+1n7T76amDEs/8y47z7/TicB3fg5sa9PH9IxffRSw4CTg/1a3zhTJQDKQDCQDyUAykAwkA8nA9TOQGclAMpAMJAPJQDKQDOxRDMTMf1qi/9M8CyFHActlP6cu+EsBAWju4QlCzQZFg0Cy+Ch3LbiTstxbWRI0OG44Z2egcuwn2ewqSTuMok9agGx4fxAkSmtF0e20TWpUL07rViztE+g1/MzykQRJhGwXJkI6SQAEaUiLAIWoKlCIqFBVIVQqeBgdVB37KkRVSe/C3+3R7XVV9BjAQG+w2KNjY1g3NITly5fDH3O1ceMGbNu2rbwLpPZ/jo9sycAfwQCBjooMuDvwkU8D3/wm8I1vSKpA8eH3N+v2KkBpcKOUfaSc+Drgv88FzlGu843/+R/g2fcCHIdaZy8NtwJ6ITmtX3kBcJuHAv+o9V/198Chg9OCVvXHv/5S4A3WhTN/BWwZl7JDH5jTOD52js4r+Ax9/M9XgSce0sQ9sgLm3l7ac3Xur+ncyvd5z/488LS5wIP0/F9WEUQZoM7b89x9gYr2JP4wBnJWMpAMJAPJQDKQDCQDyUAykAwkA8lAMpAMzH4G8gn3ZAZ0jTbzH581EbqQpK5ADUgWUJYu+BUGykU8gf4TUxl9AGUG3DTHwrAaJUeDHc6Ss7ZzGqg95IYvJSm/EZKGNtYsIjS6g1orAhDIAPsAQTovEJqLFqRz5HcsHJMtqew2pfGFfZoTyu+Dsp3HAEhpQggkNZe6OCWaeYEqBBU5/JFWRiU9qgqWHRVBeip6zJ0ziHlz56DX7am4MYHhzcNYt24d1qxZU+Dv+vA7QEZHx5AtGbhJGZjQaouBYx4EPPjBwEMeIin9AfeXfyd9SL67/wXwsAcCxyrX+cbDHgbcU0WGuYrvql/9U+DU+yp6OvDav9tJ8UOh8a3AT88A7v0c4LEqWHzyZcCG6/iEtwceq/MKPkMfD3sEcGS/EqM13Wuti7vq3Drnscr3eY97HHDyM4GXHQ08Tns6L5EMJAPJQDKQDCQDycAfzEBOTAaSgWQgGUgGkoFkIBlIBvYgBmImPysZYAEBXeqTkrrIJymzAdTIRictNafNAYjSLFooBVS8KRSUaD+rGCSL7bGgb+scQCiHirNIOCY/SamC4h7ZRBufDIVbnVB60b1SQDaJchadibQtr2VM0233UfyKSUbf53XCvoALHoYLG1UEqhBc6Oh00BGKv+qgkt7r9TA4OIjBOQPodDsYH5/Ali0j2LhxY3nHx+o1q8o7PoaGhrB161bVmGqQ2ofIlgzc9AyMA2M71NbG5dvVRhOK7ZB+rdQdHdf8CjjjacDnnwdcfhJw23k7ZjT26CrgGWcDz1QR43kPAw7/JfCZK5rYHz363DscfK/bAUe4KPPfO6wegP5Ud3CmmQwkA8lAMpAMJAPJQDKQDCQDyUAykAwkA9MZSD0ZSAb2XAZiJj86fanvy/YCtpfvUxIgINDY7mKe6DeSICmzhfU+0PoQIFkAUF3AtGZTUHcUzQA1efrzJFEC8gEgiUoqSZQfSz0PJAGqCwCKWfyADVJ+A5BJhHSdblIniYYXSSpC5bjIERWiCqFCVVUI3ZqGihoudNj2uz5cAOl2e+h1u+ip+NGVtK+eIEa3jsLv8PD3eyxbvry842N4eAsmJvyf5iNbMvAnZYBx45fv9oAdP7lqp6soaXAOMLpMRYznAmccCFz6KuCwfXeaXZzXfBxYfU9g4eHAsYuAE+4DnPT+EtrpcN43ge8I534D+PaFwPL1O02bdOrPdlK3Uq8A1v9C2t2Efq+k/A747re0tvCtc4DvXQRsVgFFkezJQDKQDCQDycCuGEh/MpAMJAPJQDKQDCQDyUAykAwkA3sMA3/AteLuww11lFIA0G3hlAQYRBhg+QElhWCoYBAyZYOAfBok5A9BNpWjCAqKTUgIlobnC1qflI0Wnic7tE7V6gRAchpsC2Ef1CypM0naB+kCy3zv0UJrSAOpPANApfyw3qKStB3a36gilFMhOl1EVaEpcnTQ6VQNokJXseb7PLoYGOhizuAA5s6dg3nz5qkAMoCRka1YsWIVrrjiCuFKrFy1Cps3by7f7+Hv9jB0lBnc8+gzgYHxMWDFNTppV6BwA/oRynn6sdDfFvR3Mw3HAF/+LSab/myAK4BH7gUM3Bp4ya+BC94HHHErXGd78SuAJz8J+LO7Ku3PVCx5jOSZKkTsWA+k/OovVmHlqU8Hnvos4FEqlhy8D8q5frhjISQA6Hm3boX+zoCtW4Brfgy8Tvu95CvA29+teL9XUr4A/NOpWldrP+2ZwP3/HJjfUUFGeVdprjKyJwPJQDKQDCQDyUAykAwkA8lAMpAMIClIBpKBZCAZ2FMZ8HXbjH12krpENCBpWCcCBAQGwZBGQKY6S0wuBKW3kEADgsBkjCRIFptsdAnZQKDvB+wjIEkBAAGvT9Jqsa2QnPJLh1AyWkkS9nnuJEBUgm2HXejoRGgdnSAIFzuKrYJG+KOr2mJHVBUqFzsku52Oih0d9LqS3S56nS66Az30hMGBQQwOzkGn28P4+DjWr9+AJcuW4YorrsCKFSuwYcN6XcRuKx9vpQFupM5pJZEM3AwM6NcSQ1drIxUaOnMkb0AfVs4TTgTe8UHgfSpovFd4z3uADz8fuONBCra9buWz3wq8843AI9YAp39DRYfrKB5s+xpwtubdexFwO0n3+0u/r5T3fEzD9N5u8I2fAr/6FfBr4fdXAF/6MPDYI4F7qxCyfFp+zJdxMrCPZK8HDM4Fbns/4JK9gTPOAZ5ze8X7fZsU5X7lvGZtr3+5iiUffQ3w0xOBt6hgss45SsueDCQDycB2DKSRDCQDyUAykAwkA8lAMpAMJAPJQDKQDOwhDMRMfk6SoIoBqgKADJCy9UCkpNEWCMI6iPJl6AEwiGAgaCkoFoZtSQmQrV+SbNeT9BxZJU5Ko2bqDC5EREUoAPqnxDhpK0t7EgyBbPyS0YJeo69LOi+CsJ8qYkRVoapU+BCqottuEFUjKxVAIqx30JHuj7XqdgI9FT5c7BgYHMTcuXMxt7zDowfoctbf3eHv9Fi7di1Wr1mLNZLr1q0r3/MxPDyM0dHR/JgrZLslGRjRJf5v/hv4SxUuqu4NO4mLCg99DPDcpwPPehbwbOE5zwGe+v+A2+83bQ39DeC2wKOeBjz/VOC1H1WxQXlvVZFj07S06ernvyBLa1y9Gvj2t4BzhCVDQOdg4NdfBVYqvGPfWwWNuYL+9HBrVU0e/VTgZS9osj76y0Z6rEc1PhP4/JeAL39ZhRYVMb79XeDMM4GTjgV6leL97rPrz3jeAuhvGpg/DzjsnsAJJwFveDnwrrcBm9b2k1MmA8lAMpAMJAPJQDKQDCQDezYD+fTJQDKQDCQDyUAysGcyEDP5sSMCUVWohKgCJIVGBhWbBGGbJJQAah5VXFCXyWIHLY0AgjCcQ5kKKU9TpUc7l6QclF/7yBeyCemSCPnlo+B9Qz5S0ZgG2Sx2oOQ5t6pQ1u/LsG0EXASpQus71ukgVOCopFedCpXsBlXzTo9eFwMDAxicMyjMwcDgAPxdHiQxNjaGka0j5aOs1m/YUAoeK1auxPJly8v3emzatAnbto3puTgJZEsGbkEGXBO4WPs/4DCUi36pN6j7o7NUO7n+XCVt8yZd4B4qmpz5auDMxwMfO/faU+vLgU9/T34VFj79EuBBKko8VDha+m+WAb/8sYoWP1d8h77jJ2M5fLgKOodK2bRKQ9vrESlHAcc9Gvjrv5Z8JHDMvYB958u/i17vuLie46BFSr4A4I4xZEsGCgM5JAPJQDKQDCQDyUAykAwkA8lAMpAMJAPJwOxnIJ9QDIQwY3spHKgIEFEhXBxoUfyluECELv1Z/EQVDUi/G0QX/PJDPrLRyYC6XCEQoCGfnKWQgSg+kqDnCWFAthAknFdFoMQpfxi2G0SltRUPn5mtT3oVrd/FDOmVfVWFqhOoLMOyI70Dv7Oj061U7Oii2xVc8Oj1MDjQK4WPnuxOtwNWAbdRFTS2bBnB+vXrsWrValxzzRIsXboUq1evLu/08Ls8QKr34VmJZGD3YKC+QkUFHeUhC4H9Jaf3TrexLKtGnRxVI0Rv0rphSmcf4GEvAN76eOD5Dwa+eNH28356js7yW+Bffwh8/6fAZZe1UIXmou8q90rg1+cBO36CVntMJbRdhY5zfwZcJfOO/h4Ryck+DoypKDNpX5eih+7u8JCb1wDf+oQmPUXYISZP9mQgGUgGkoFkIBlIBvZQBvKxk4FkIBlIBpKBZCAZSAb2RAaaG/IZ+uShS/sCFQciKkQ1DcUXYBUAA6x0ua84nRdEZVs5lWJBxYIISYPyGZoFgKhDcVagAKLJ81z51aFpoNcjQTmMkAz5Ku0fVYWohDACYSm7Ehi2G1TRyirgWDUpK3Tad3p0JZvv9Oii1xtAb2AAc+bMwbx5c4V58Ls+GFX56Kr1Q+uxdNlyXH31NViyZAlWrlyFoaEhjIyMlHeC+Ds/JiYmUNc1siUDux0Dm4APvB540xuak31Jl/pvfzvwtjManCn9fR9sYp96L/BuFSdsUcPewpc+A/zbO4Az2nzPe8ubVdS4ANigeOn+1d9ctMlhYD/ghe8B7iXP414CfKVfBFkPfFtFC7lxgoK3PQw4/PAWtwNucz/NU8I/v2sAABAASURBVPBDyv/RCinT+llnAmeeqbMIr/sX4OTnAk+SxEuBJx8wlVir+OGPppvyXIdWKfZN4H16xjPPBN4m/PNpwHNUwPmn7wD/8Rxg4Y4VI00pPYdkIBlIBpKBZCAZSAaSgWQgGUgGkoFkIBmY/QzkEyYDyQBiJnPQqTroCV0VElwg8Mc8dawLVafTFBpUDHCskqxUUIioJv1RSTciEFVf9zzZ9nUqlPU0p3Ixo8NSmKD27K/DyvM6qJQTVaUCSCAon2z7GgSqEKpQrIOOYl630vrdgoDfsVF1O+gXN2z3ZA/0uhgcHMCgihxz585VkWO+MLfYVbdCPVFj8/AwVq1Zg2uWLMUVV1yJq6+6GkuXLsOaNWvLOzz8PR+j27bBBY8sdiDbTGFAVYpnvRJ465eB2xwCvOdM4KSTgFNPaXCy9DepuHFrXfJ/7G3AiV8C9OdQnk61CXxZBZOXvQg4pc33vNNUcDj/GkC1lZLHSkJrU2J67xwI/PC38pwLHHcW8L2rgdUXA7/+KHDUB4BbKbSz/lrFNihnyU+bqP7sMUfqv54MnCycIrzqdOBMFWde93Vg2xuBULzfq7la22fqO3YhXbfhgII/UoFI63ntU7X2a98CXCI+ztPZn3BfoKuU7MlAMpAMJAPJQDLQMJBjMpAMJAPJQDKQDCQDyUAykAzseQzETH5kFwbmzB3E4OAgen43hIoF/vin8rFQnX4xoS+76FSC/J1OK1Ww6Bj2qahRSYYKEh3JHVFi0UGn6qDb5lSdDjrSQ6i0TiXpeaFCRxUVmrUli79CVXWauV3Jgi563R56A4MY0Pn9HHPnzoExZ86g/AOodGZfdo6PjcMfY7Vh4wasXTdUPr7K7+hYuWqV9DWl2OEvL/fHXPlLzbds2QIXPvwOD7/GJC0SyYAZmFF444eBq1W00J8A/Gal7bANWPIL4ONP1yONo8QX7ANcrD+aeiuKvV2+/Gc8Abi10t3v8wrl/AY4/iBbO+COiil/4kPA/W4LHPAA4EObgYuesUPeNHNvxbzf3z28cf7Ns4BhrWHfdtgCvOKhgGqqTaLGudrvBd8Alj0PmNOV4zp6Z2/gEe9rzrfdutrrgg8CR2ut65ieoWQgGUgGkoFkIBlIBpKBZCAZSAaSgT2DgXzKZCAZSAb2eAZiJjMwUTcf31Trbt9FBxcfXPwYaL8LwwWFOSqOzBmcW4ok9vdKrIcBFx56PXRld3uSKmZ0VZTodVUcadHrdFWg6BR0FOt0K5Q9Oh0VMuzvotsVlOd1elqnJ9vFDO81MDCAPgZ9DhU1Bg3pPcWc31F+VVVgBKgXY2Kihosdo6PbMDIyiuHhYWzcsLF8dNXatWvLd3gsW74cy5Ytw8qVK1X4WIMNGzaoOLKlfKyVlgDJSdhOJAMzkoGqOfVEKxtrJ6MKH2M9+fcVsicDyUAykAwkA7tkIAPJQDKQDCQDyUAykAwkA8lAMpAMJAN7GgMxkx949Zq1WK4iwNq16+B3PWwe3lKKBi4ejI2PY3xiAhN+QKIUBEJFhioCUQmdClXVgd/RUamgUakQ0emomCFZihqSVSl6dOEiRU92r9dFV+h0e8XXka8r3f6O1mjQVawDrxlav6q0j/cUyIDbhM41NjaO0a3bsGVkBJs2by5FjDV6juUrVuDqJUvg7+24+uqrcY30FXrGNSp++Bn9zg5/lBVJhNY0SIIkbnDLxGTgBjCwbdu2G5D1J0zZG7jgPODRD7iePfYH/urZwA+eAv1NXE9uhm92BvJj9252ynPDZCAZSAaSgWQgGUgGkoFkYIqB1JKBZCAZSAaSgT2cgeZGfoaS4HdHbNiwEf7op9Wr15R3RCxbsRxLly4thYMlksv775RQAWFo/fqmULJpWIWSrRgdHS3vmnBBon9JxyCqKgo6Ll4YKm64oNHpqLhhW/GoKhUdQiDcPN+FibGxsbLuiAobm1XYWL9hA9YOrcfqNWuwYuUKnW15czYVNpYuW4rly5eXc69evbo8h4scfi5/fJXX8tmmw/sY3jORDPwpGRgaGvpTLn/9aw8C9z4a+LPbXU/qHOD2dwfucyTQ/DUi227CgP8t879fZL4yu8lLsscfIwlIBpKBZCAZSAaSgWQgGUgGkoFkIBlIBpKB2c/A9CeM6cZM032x5iKB4YKBiw4jW7Zg2BgexqZNm1AKEOvWlQLE6lIkWYUVK1Zg2bLlWKriiIskS1SMuOaaa2BcddXVuOqqq4SrcWXRZV95lew+rm79V8Hv0LhKOX63hud6Ha+3bOmyUtjwPitXrsJqFTfWrFmrAsdQOc+mTZvhi0G/m8Nn9tn7xRgXUbLAMdN+E2fneV1InJ1Plk91czHgfwP9bxqZBZCbi/PcJxlIBpKBZCAZSAaSgR0YSDMZSAaSgWQgGUgGkoE9moEZXQAhCZLlBSRZdHJ76aALCv1iiT/Wx8WGrVtH4OKDixAuRhh+x4bhAsUmFU+MjZIFGzdhoyHb/j6c32BYRY0t5bs4/LFWIyNbyztBvJ8vAL2/z+HzkNufkWxsxxLJwO7CwK9+9avd5Sh5jhnKwOWXXw7/Gxixu/yfmhlKZB47GUgGkoFkIBlIBpKBZCAZSAaSgWQgGUgGbgQDmZoMTDGwx91KkU2xgbz55BTdqSUDM4OBhQsX4txzz50Zh81T7rYM/Pa3v8XWrVtLcXq3PWQeLBlIBpKBZCAZmO0M5PMlA8lAMpAMJAPJQDKQDCQDezADe1wBZA9+rfPRk4EbzMC8efPwpS99CX5n1A2eNAMS84g3LwNXXHFFKX6QvHk3zt2SgWQgGUgGkoFkIBlIBpKBZCAZSAb2aAby4ZOBZCAZ6DOQBZA+EymTgWRgkoH+RxZdeOGFk75UkoEbw8Dvf/97GC6m3Zh5mZsMJAPJQDJwkzOQCyYDyUAykAwkA8lAMpAMJAPJQDKwxzKQBZA99qXfEx88n/nGMLBgwQL8x3/8x42ZkrnJwCQDv/zlL3HxxRdjcHBw0pdKMpAMJAPJQDKQDCQDyUAykAwkAzcPA7lLMpAMJAPJQDLQMJAFkIaHHJOBZGAHBvbff3989atfxWWXXbZDJM1k4LoZWL16NX7yk59gxYoVqKrqupMzmgwkA396BnKHZCAZSAaSgWQgGUgGkoFkIBlIBpKBZGAPZWCPKoDsoa9xPnYy8Acx4ItrX2CfffbZf9D8nLTnMuCPvvK7hxYuXLjnkpBPngwkA8lAMpAMJAPJQDJwizKQmycDyUAykAwkA8lAMmAGsgBiFhLJQDJwLQZI4qCDDsLnPvc5/PCHP7xWPB3JwM4YWLJkCT7+8Y/jyiuvRKfT2VlK+m5+BnLHZCAZSAaSgWQgGUgGkoFkIBlIBpKBZCAZmP0M5BPuhIEsgOyElHQlA8lAw4C/v+H73/8+vvnNb2Lz5s2NM8dkYBcMTExM4Kc//Sne85734La3ve0ustKdDCQDyUAykAwkA8nAzcFA7pEMJAPJQDKQDCQDyUAykAwAWQDJ34JkIBm4TgYOO+wwfOADH8BXvvIVjI6OXmduBndTBm6mY7n48dKXvrQUP0jeTLvmNslAMpAMJAPJQDKQDCQDyUAykAwkA8lAMlAYyCEZSAauxUAWQK5FSTqSgWRgOgP+GKOtW7fi3e9+N37wgx/A/5X/9HjqyYAZuPTSS/H6178eV199NQYGBuxKJAPJQDKQDCQDtygDuXkykAwkA8lAMpAMJAPJQDKQDCQDWQDJ34FkYPYz8Ec/4fz588tHG73lLW/BRRdd9EevlwvMLgZWrFiB173udfjiF7+IhQsXzq6Hy6dJBpKBZCAZSAaSgWQgGUgGkoFkYOYwkCdNBpKBZCAZ2IGBLIDsQEiayUAysHMGDjrooPIOkOc///m48MILd56U3j2OgWuuuQb/8i//go9+9KNYvHjxHvf8+cDJQDKwOzOQZ0sGkoFkIBlIBpKBZCAZSAaSgWQgGdjTGcgCyJ7wG5DPmAzcRAwccMAB5SOO7nOf++BLX/rSTbRqLjNTGbj44ovx3Oc+F2eddRYWLVo0Ux8jz50MJAPJQDKQDCQDyUAykAzMHgbySZKBZCAZSAaSgWRgOwayALIdHWkkA8nA9TEwd+5cHHbYYTj++ONx5plnYvXq1fm9INdH2iyLDw0N4Wtf+xoe+9jH4rvf/W555weZX3o+y17mWfE4+RDJQDKQDCQDyUAykAwkA8lAMpAMJAPJQDIw+xm4rifMAsh1sZOxZCAZ2CkDnU4HRxxxBE4++WQ885nPxLe//W0sW7Zsp7npnD0MrFu3Dn7Xx+mnn45HPvKRGB8fx4EHHjh7HjCfJBlIBpKBZCAZSAaSgZnPQD5BMpAMJAPJQDKQDCQDycA0BrIAMo2MVJOBZOCGMxAR5WOPvve97+HYY48tX4L99a9/Hb/5zW8wMjJywxfKzN2aARc5rrjiClxwwQV43/veh6OOOgrvec97yms/MDCwW58dyOMlA8lAMpAMJAPJQDKQDCQDyUAykAwkA8nA7GcgnzAZ2DUDWQDZNTcZSQaSgethgCT22Wef8m6Qj3/843j4wx+OV7/61eWC/POf/3z5eKTf//738EcmXc9SGd5NGBgeHi7f83LhhReW73n5wAc+gDe96U144hOfiJe//OU4/PDDcdhhh4HkbnLiPEYykAwkA8lAMpAMbMdAGslAMpAMJAPJQDKQDCQDyUAyMMlAFkAmqUglGUgG/lAG/G6QhQsXlncFnH/++TjllFNw4okn4p/+6Z/wile8Ai996Utx6qmn4mUve1m5RPdF+s2B3OPlN4rvl7zkJTjttNPKHL9ufh2f+9zn4rOf/Sz8sWeLFy9GVVV/6K9JzksGkoFkIBlIBpKBZCAZSAaSgWQgGUgG/iQM5KLJQDKQDOyKgSyA7IqZ9CcDycCNZoAk5s+fD1+Uz5s3D1dddRX8EVmf+9znyscnnXHGGXjb296W2E05OOuss/DJT34S3/zmN+F37tR1XV7L/fffPwsfN/qvISckA8lAMnCLMZAbJwPJQDKQDCQDyUAykAwkA8lAMpAMtAxkAaQlIsVsZCCf6ZZkwO8K6fV6cCFkv/32w8EHH4xDDz00sRtzcMghh+CAAw7AggUL4O/3yHd73JJ/Qbl3MpAMJAPJQDKQDCQDyUAykAzccAYyMxlIBpKBZCAZ2DkDWQDZOS/pTQaSgWQgGUgGkoFkYGYykKdOBpKBZCAZSAaSgWQgGUgGkoFkIBlIBpKBwsCsLoCUJ8whGUgGkoFkIBlIBpKBZCAZSAaSgWQgGUgGZjUD+XDJQDKQDCQDyUAykAzsjIEsgOyMlfQlA8lAMpAMJAMzl4E8eTKQDCQDyUAykAwkA8lAMpAMJAPJQDKQDMx+BvIJbwADWQC5ASRlSjKQDCQDyUAykAwkA8lAMpAMJAPJwO7MQJ4tGUgGkoFkIBlIBpKBZCAZuDYDWQC5NifpSQaSgWRgZjOQp08GkoFkIBlIBpL0epkKAAAJ1klEQVSBZCAZSAaSgWQgGUgGkoHZz0A+YTKQDFwvA1kAuV6KMiEZSAaSgWQgGUgGkoFkIBlIBnZ3BvJ8yUAykAwkA8lAMpAMJAPJQDKQDOzIQBZAdmQk7WRg5jOQT5AMJAPJQDKQDCQDyUAykAwkA8lAMpAMJAOzn4F8wmQgGUgGkoHrYSALINdDUIaTgWQgGUgGkoFkIBlIBmYCA3nGZCAZSAaSgWQgGUgGkoFkIBlIBpKBZGB7BrIAsj0fs8PKp0gGkoFkIBlIBpKBZCAZSAaSgWQgGUgGkoHZz0A+YTKQDCQDyUAykAxcJwMzugBS1zWM63zCDCYDyUAykAwkA8nAHsFAPmQykAzsnAH/72Vj59H0JgPJQDKQDCQDyUAykAwkA8lAMjCzGLgxp53RBZDx8fEsgNyYVztzk4FkIBlIBpKBZCAZSAb2OAZc/PD/bt7jHjwfOBnYMxjIp0wGkoFkIBlIBpKBZCAZuA4GZnQBZNu2bVkAuY4XN0PJQDKQDOxZDOTTJgPJQDKQDOyMgYmJCYyNje0slL5kIBlIBpKBZCAZSAaSgWRgBjKQR04GbjgDM7oAMjo6Cv8/dDf8cTMzGUgGkoH/n717W2obiaIA2uf/P5GCKu73m40NGBdMjhgHY2xjpiYpq3s9KJbUStJ7SQ+tOlKLAAECBAgQaEsgx8s5bm4rtbQECBAgQIAAAQIECBAopdcFkOfn5+4NkIhwLgkQIECAAAECBAgQWBCIiO6BoclkstBikwABAgQIECBAgAABAvUL9LoAknMZ5+v8Oa9x/adKwv9LwL9DgAABAgQIEGhFIMfJOV7OcXMrmeUkQIAAAQIzAb8ECBAgQKDXBZA8faPRqHsLJNctBAgQIECAAAECSwXsbFQgp78aj8eNphebAAECBAgQIECAAIHWBXpfABkMBj8sgLR+yuUnQIAAAQIECBBoRSDfABkOh63ElZMAAQILAjYJECBAgACB1gV6XwDJp9qyCNL6iZSfAAECBAisFdBIgECTAjlOzvFyk+GFJkCAAAECBAgQINCigMyfBHpfAMk019fXxY1dSlgIECBAgAABAgQIvAvkdz9ubm7eN/xJoFEBsQkQIECAAAECBNoWqKIAkq/2393dlYho+2xKT4AAgdUCWggQIECgIYGIKFn8yHFyQ7FFJUCAAAECBAgQKIUBAQJzAlUUQDLP7e1teXp6UgRJDAsBAgQIECBAgECzAhHRjYvv7++bNfgIbo0AAQIECBAgQIAAgZYFqimA5NNtORXWy8uLIkjLV7TsqwW0ECBAgAABAtULRESZTCbl8vKy+qwCEiBAgAABAisE7CZAgACB3wLVFEAy0Xg8LvkmSM53HGE6rDSxECBAgAABAgRaFmgpe0SU6XTaTX2Vb0a3lF1WAgQIECBAgAABAgQILBOoqgCSAfNV/1kRJLctvwWsECBAgAABAgQIVCoQESUfAsrvfgyHw0pTikWAAAECGwo4jAABAgQIEPhXoLoCSObKAkhOh5U3gRHeBEkTCwECBAgQaFNAagJtCOQ0sFdXVyUfBmojsZQECBAgQIAAAQIECBCYF1i+XmUBJKPmzd/5+Xk3B3KEIkiaWAgQIECAAAECBOoTyG9+5Lh3MBjUF04iAgT+m4C/RYAAAQIECBAg0AlUWwDJdPlNkJOTkzIajbopASIUQtLFQoAAgZYEZCVAgECNAhHvU17lOPf4+Lg8Pj7WGFMmAgQIECBAgAABAhsLOJDAMoGqCyAZOKcDOD097T4GmTeIb29vJUIhJG0sBAgQIECAAAEC/RKIiPL6+to94JNTvuY4N6d97VcKvf0LAv4LAgQIECBAgAABAgR+CVRfAPmVsWTRI6fEOjs7Kzk9QK5Pp9OuEBIR3W8eZyFAoEYBmQgQIECAQH8FIt7HqhFR8sGeu7u7cnFxUXJca8qr/p5XPSdAgAABAgT+hIB/kwABAl8FmiiAzGLn03IPDw/dTePBwUHJ6QJubm66J+jyhjILJREfN5kR1iMYRDCIYBDBIIJBBIMIBhEMIhhE/FmDHLfm+DTHrvmmx9HRUTk8PCyXl5cl92X7bIy79NdOAgQIECBAgAABAgQIEChNFUDmz3feNOY3QvKGMr8Tsr+/X3Z3d8vOzo6lMgPn1DXtGnANuAZcA64B10DfroG9vb2S49Oc4iof2MlvfOT4dX48a50AAQIECBD4LGCLAAECBAgsCjRbAFmEsE2AAAECBAgQqEhAFAIECBAgQIAAAQIECBAg0LxAAwWQ5s8xAAIECBAgQIAAAQIECBAg0ICAiAQIECBAgACBzwIKIJ89bBEgQIAAgToEpCBAgAABAgQIECBAgAABAgTqF5BwrYACyFoejQQIECBAgAABAgQIECDQFwH9JECAAAECBAgQIDAvoAAyr2GdAAEC9QhIQoAAAQIECBAgQIAAAQIECNQvICEBAmsEFEDW4GgiQIAAAQIECBAgQKBPAvpKgAABAgQIECBAgACBDwEFkA8LawTqEpCGAAECBAgQIECAAAECBAgQqF9AQgIECBBYKaAAspJGAwECBAgQIECAQN8E9JcAAQIECBAgQIAAAQIECMwEFEBmEvX9SkSAAAECBAgQIECAAAECBAjULyAhAQIECBAgsEJAAWQFjN0ECBAgQIBAHwX0mQABAgQIECBAgAABAgQIEKhfYLOECiCbOTmKAAECBAgQIECAAAECBAhsp4BeESBAgAABAgQILBVQAFnKYicBAgQI9FVAvwkQIECAAAECBAgQIECAAIH6BSQksImAAsgmSo4hQIAAAQIECBAgQIDA9groGQECBAgQIECAAAECSwQUQJag2EWAQJ8F9J0AAQIECBAgQIAAAQIECBCoX0BCAgQIfC+gAPK9kSMIECBAgAABAgQIbLeA3hEgQIAAAQIECBAgQIDAFwEFkC8kdvRdQP8JECBAgAABAgQIECBAgACB+gUkJECAAAEC3wkogHwnpJ0AAQIECBAgsP0CekiAAAECBAgQIECAAAECBAgsCFRYAFlIaJMAAQIECBAgQIAAAQIECBCoUEAkAgQIECBAgMB6AQWQ9T5aCRAgQIBAPwT0kgABAgQIECBAgAABAgQIEKhfQMIfCSiA/IjLwQQIECBAgAABAgQIECCwLQL6QYAAAQIECBAgQGCdgALIOh1tBAgQ6I+AnhIgQIAAAQIECBAgQIAAAQL1C0hIgMAPBBRAfoDlUAIECBAgQIAAAQIEtklAXwgQIECAAAECBAgQILBaQAFktY0WAv0S0FsCBAgQIECAAAECBAgQIECgfgEJCRAgQGBjAQWQjakcSIAAAQIECBAgsG0C+kOAAAECBAgQIECAAAECBFYJ/AMAAP//ze/k6wAAAAZJREFUAwAWtUPr7Al44AAAAABJRU5ErkJggg=="/>
          <p:cNvSpPr>
            <a:spLocks noChangeAspect="1" noChangeArrowheads="1"/>
          </p:cNvSpPr>
          <p:nvPr/>
        </p:nvSpPr>
        <p:spPr bwMode="auto">
          <a:xfrm>
            <a:off x="133350" y="-800100"/>
            <a:ext cx="465772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032" y="2280301"/>
            <a:ext cx="4130018" cy="18962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Выполнение работы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218900" y="10983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Wingdings 3" charset="2"/>
              <a:buChar char="➢"/>
            </a:pPr>
            <a:r>
              <a:rPr lang="ru-RU" dirty="0" smtClean="0"/>
              <a:t>Неудачные </a:t>
            </a:r>
            <a:r>
              <a:rPr lang="ru-RU" dirty="0"/>
              <a:t>попытки регистрации на чемпионат «IT-Планета Профессионалы </a:t>
            </a:r>
            <a:r>
              <a:rPr lang="ru-RU" dirty="0" smtClean="0"/>
              <a:t>2026»</a:t>
            </a:r>
            <a:endParaRPr lang="ru-RU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endParaRPr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 smtClean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515" y="2011383"/>
            <a:ext cx="3706678" cy="27118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Выполнение работы</a:t>
            </a:r>
            <a:endParaRPr dirty="0"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218900" y="10983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har char="➢"/>
            </a:pPr>
            <a:r>
              <a:rPr lang="ru" dirty="0" smtClean="0"/>
              <a:t>Нахождение аналога - олимпиада </a:t>
            </a:r>
            <a:r>
              <a:rPr lang="ru-RU" dirty="0"/>
              <a:t>«Траектория будущего» в номинации РЕД ОС для участников 17-23 лет.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976" y="1974717"/>
            <a:ext cx="1513724" cy="2771967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464" y="2087622"/>
            <a:ext cx="3887727" cy="22643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Выполнение работы</a:t>
            </a:r>
            <a:endParaRPr dirty="0"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218900" y="10983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ru" dirty="0" smtClean="0"/>
              <a:t>Прохождение тестирования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50" y="1779170"/>
            <a:ext cx="7886700" cy="120015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855" y="3182601"/>
            <a:ext cx="4630690" cy="186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Выполнение работы</a:t>
            </a:r>
            <a:endParaRPr dirty="0"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218900" y="10983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Wingdings 3" charset="2"/>
              <a:buChar char="➢"/>
            </a:pPr>
            <a:r>
              <a:rPr lang="ru-RU" dirty="0"/>
              <a:t>Прохождение </a:t>
            </a:r>
            <a:r>
              <a:rPr lang="ru-RU" dirty="0" smtClean="0"/>
              <a:t>тестирования (примерный тип вопросов)</a:t>
            </a:r>
            <a:endParaRPr lang="ru-RU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63" y="1740533"/>
            <a:ext cx="3742711" cy="159089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130" y="1740534"/>
            <a:ext cx="4047169" cy="159370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63" y="3391917"/>
            <a:ext cx="3742711" cy="163384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0199" y="3417221"/>
            <a:ext cx="2484025" cy="16085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Выполнение работы</a:t>
            </a:r>
            <a:endParaRPr dirty="0"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218900" y="10983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Wingdings 3" charset="2"/>
              <a:buChar char="➢"/>
            </a:pPr>
            <a:r>
              <a:rPr lang="ru-RU" dirty="0"/>
              <a:t>Прохождение </a:t>
            </a:r>
            <a:r>
              <a:rPr lang="ru-RU" dirty="0" smtClean="0"/>
              <a:t>тестирования (финальный вопрос и результаты)</a:t>
            </a:r>
            <a:endParaRPr lang="ru-RU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23" name="Google Shape;123;p22"/>
          <p:cNvSpPr txBox="1"/>
          <p:nvPr/>
        </p:nvSpPr>
        <p:spPr>
          <a:xfrm>
            <a:off x="5779163" y="4378025"/>
            <a:ext cx="27048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22" y="1645557"/>
            <a:ext cx="5074789" cy="190629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760" y="3052194"/>
            <a:ext cx="4872962" cy="19439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Выполнение работы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175750" y="11055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ru" dirty="0" smtClean="0"/>
              <a:t>Получение сертификата</a:t>
            </a:r>
            <a:r>
              <a:rPr lang="ru" dirty="0" smtClean="0"/>
              <a:t>  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34" name="Google Shape;134;p23"/>
          <p:cNvSpPr txBox="1"/>
          <p:nvPr/>
        </p:nvSpPr>
        <p:spPr>
          <a:xfrm>
            <a:off x="1596525" y="4486950"/>
            <a:ext cx="26733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2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4958538" y="4486950"/>
            <a:ext cx="26733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2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452" y="1704542"/>
            <a:ext cx="5271195" cy="30661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Дополнение к практике</a:t>
            </a:r>
            <a:endParaRPr dirty="0"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n-lt"/>
                <a:ea typeface="Calibri"/>
                <a:cs typeface="Calibri"/>
                <a:sym typeface="Calibri"/>
              </a:rPr>
              <a:t>В процессе практики выполнены:</a:t>
            </a:r>
            <a:endParaRPr dirty="0">
              <a:latin typeface="+mn-lt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Font typeface="Calibri"/>
              <a:buChar char="➢"/>
            </a:pPr>
            <a:r>
              <a:rPr lang="ru-RU" dirty="0">
                <a:latin typeface="+mn-lt"/>
                <a:cs typeface="Calibri" panose="020F0502020204030204" pitchFamily="34" charset="0"/>
              </a:rPr>
              <a:t>Пройти курс на сайте stepik.org — </a:t>
            </a:r>
            <a:r>
              <a:rPr lang="ru-RU" dirty="0" err="1">
                <a:latin typeface="+mn-lt"/>
                <a:cs typeface="Calibri" panose="020F0502020204030204" pitchFamily="34" charset="0"/>
              </a:rPr>
              <a:t>Docker</a:t>
            </a:r>
            <a:r>
              <a:rPr lang="ru-RU" dirty="0">
                <a:latin typeface="+mn-lt"/>
                <a:cs typeface="Calibri" panose="020F0502020204030204" pitchFamily="34" charset="0"/>
              </a:rPr>
              <a:t> для начинающих + практический опыт.</a:t>
            </a:r>
            <a:endParaRPr lang="ru" dirty="0" smtClean="0"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lnSpc>
                <a:spcPct val="90000"/>
              </a:lnSpc>
              <a:buFont typeface="Calibri"/>
              <a:buChar char="➢"/>
            </a:pPr>
            <a:r>
              <a:rPr lang="ru-RU" dirty="0">
                <a:latin typeface="+mn-lt"/>
                <a:cs typeface="Calibri" panose="020F0502020204030204" pitchFamily="34" charset="0"/>
              </a:rPr>
              <a:t>Пройти курс на сайте edu.digtlab.ru — Основы работы с </a:t>
            </a:r>
            <a:r>
              <a:rPr lang="ru-RU" dirty="0" err="1">
                <a:latin typeface="+mn-lt"/>
                <a:cs typeface="Calibri" panose="020F0502020204030204" pitchFamily="34" charset="0"/>
              </a:rPr>
              <a:t>Git</a:t>
            </a:r>
            <a:r>
              <a:rPr lang="ru-RU" dirty="0">
                <a:latin typeface="+mn-lt"/>
                <a:cs typeface="Calibri" panose="020F0502020204030204" pitchFamily="34" charset="0"/>
              </a:rPr>
              <a:t>.</a:t>
            </a:r>
            <a:endParaRPr lang="ru" dirty="0" smtClean="0"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➢"/>
            </a:pPr>
            <a:r>
              <a:rPr lang="ru" dirty="0" smtClean="0">
                <a:latin typeface="+mn-lt"/>
                <a:ea typeface="Calibri"/>
                <a:cs typeface="Calibri" panose="020F0502020204030204" pitchFamily="34" charset="0"/>
                <a:sym typeface="Calibri"/>
              </a:rPr>
              <a:t>Подготовка </a:t>
            </a:r>
            <a:r>
              <a:rPr lang="ru" dirty="0">
                <a:latin typeface="+mn-lt"/>
                <a:ea typeface="Calibri"/>
                <a:cs typeface="Calibri" panose="020F0502020204030204" pitchFamily="34" charset="0"/>
                <a:sym typeface="Calibri"/>
              </a:rPr>
              <a:t>к квалификационному экзамену ПМ 04</a:t>
            </a:r>
            <a:endParaRPr dirty="0"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08" y="2593397"/>
            <a:ext cx="2794226" cy="182620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575" y="2593397"/>
            <a:ext cx="3534725" cy="18262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 выполненных работ </a:t>
            </a:r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485466"/>
            <a:ext cx="5575589" cy="263330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528" y="2208068"/>
            <a:ext cx="3079487" cy="26271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Результат выполненных работ </a:t>
            </a: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05" y="1256867"/>
            <a:ext cx="4139095" cy="171493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841" y="1154147"/>
            <a:ext cx="3468355" cy="175519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18" y="3095626"/>
            <a:ext cx="4204882" cy="192625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3055" y="3040321"/>
            <a:ext cx="3844636" cy="19876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27"/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ts val="0"/>
              </a:spcBef>
              <a:buClrTx/>
              <a:buFontTx/>
            </a:pPr>
            <a:r>
              <a:rPr lang="ru-RU" smtClean="0"/>
              <a:t>Результат выполненных работ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461" y="1434378"/>
            <a:ext cx="4265077" cy="289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25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 выполненных работ </a:t>
            </a:r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body" idx="1"/>
          </p:nvPr>
        </p:nvSpPr>
        <p:spPr>
          <a:xfrm>
            <a:off x="2157624" y="4270900"/>
            <a:ext cx="471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Подготовка к квалификационному экзамену ПМ04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04" y="1221205"/>
            <a:ext cx="3596827" cy="284621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637" y="1219217"/>
            <a:ext cx="3320033" cy="28482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311700" y="451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 практики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1"/>
          </p:nvPr>
        </p:nvSpPr>
        <p:spPr>
          <a:xfrm>
            <a:off x="200891" y="1267691"/>
            <a:ext cx="8631409" cy="36227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ru-RU" dirty="0"/>
              <a:t>В рамках учебной практики был реализован проект, посвященный работе с системным программным обеспечением операционных систем семейства GNU/</a:t>
            </a:r>
            <a:r>
              <a:rPr lang="ru-RU" dirty="0" err="1"/>
              <a:t>Linux</a:t>
            </a:r>
            <a:r>
              <a:rPr lang="ru-RU" dirty="0"/>
              <a:t> по материалам чемпионата «IT-Планета Профессионалы 2024». Основная цель проекта заключалась в прохождении чемпионата и в попутном решении заданных в чемпионате вопросов на практическом опыте, получив при этом дополнительные знания в области программного обеспечения операционных систем семейства GNU/</a:t>
            </a:r>
            <a:r>
              <a:rPr lang="ru-RU" dirty="0" err="1"/>
              <a:t>Linux</a:t>
            </a:r>
            <a:r>
              <a:rPr lang="ru-RU" dirty="0"/>
              <a:t>.</a:t>
            </a:r>
            <a:endParaRPr lang="ru-RU" dirty="0"/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>В ходе работы были предприняты попытки регистрации на уже завершенный год назад чемпионат, на будущие чемпионаты 2026 года и на нахождение достойной альтернативы завершенному чемпионату в лице олимпиады «Траектория будущего» в номинации РЕД ОС.</a:t>
            </a:r>
            <a:endParaRPr lang="ru-RU" dirty="0"/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>Результатом проделанной работы стало достижение всех поставленных целей проекта. Успешное выполнение поставленных задач привело к получению нового опыта, изучению новой операционной системы РЕД ОС и повторением синтаксиса и команд среды </a:t>
            </a:r>
            <a:r>
              <a:rPr lang="ru-RU" dirty="0" err="1"/>
              <a:t>Linux</a:t>
            </a:r>
            <a:r>
              <a:rPr lang="ru-RU" dirty="0"/>
              <a:t>.</a:t>
            </a:r>
            <a:endParaRPr lang="ru-RU" dirty="0"/>
          </a:p>
          <a:p>
            <a:r>
              <a:rPr lang="ru-RU" dirty="0"/>
              <a:t/>
            </a:r>
            <a:br>
              <a:rPr lang="ru-RU" dirty="0"/>
            </a:b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</TotalTime>
  <Words>309</Words>
  <Application>Microsoft Office PowerPoint</Application>
  <PresentationFormat>Экран (16:9)</PresentationFormat>
  <Paragraphs>62</Paragraphs>
  <Slides>17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Roboto</vt:lpstr>
      <vt:lpstr>Montserrat</vt:lpstr>
      <vt:lpstr>Calibri</vt:lpstr>
      <vt:lpstr>Wingdings 3</vt:lpstr>
      <vt:lpstr>Arial</vt:lpstr>
      <vt:lpstr>Century Gothic</vt:lpstr>
      <vt:lpstr>Ион</vt:lpstr>
      <vt:lpstr>Презентация PowerPoint</vt:lpstr>
      <vt:lpstr>Цель</vt:lpstr>
      <vt:lpstr>Задачи</vt:lpstr>
      <vt:lpstr>Выполнение работы</vt:lpstr>
      <vt:lpstr>Выполнение работы</vt:lpstr>
      <vt:lpstr>Выполнение работы</vt:lpstr>
      <vt:lpstr>Выполнение работы</vt:lpstr>
      <vt:lpstr>Выполнение работы</vt:lpstr>
      <vt:lpstr>Выполнение работы</vt:lpstr>
      <vt:lpstr>Выполнение работы</vt:lpstr>
      <vt:lpstr>Выполнение работы</vt:lpstr>
      <vt:lpstr>Дополнение к практике</vt:lpstr>
      <vt:lpstr>Результат выполненных работ </vt:lpstr>
      <vt:lpstr>Результат выполненных работ </vt:lpstr>
      <vt:lpstr>Презентация PowerPoint</vt:lpstr>
      <vt:lpstr>Результат выполненных работ </vt:lpstr>
      <vt:lpstr>Итоги практики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Acer</cp:lastModifiedBy>
  <cp:revision>9</cp:revision>
  <dcterms:modified xsi:type="dcterms:W3CDTF">2025-12-04T19:06:13Z</dcterms:modified>
</cp:coreProperties>
</file>